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648" r:id="rId4"/>
  </p:sldMasterIdLst>
  <p:notesMasterIdLst>
    <p:notesMasterId r:id="rId27"/>
  </p:notesMasterIdLst>
  <p:sldIdLst>
    <p:sldId id="267" r:id="rId5"/>
    <p:sldId id="296" r:id="rId6"/>
    <p:sldId id="297" r:id="rId7"/>
    <p:sldId id="298" r:id="rId8"/>
    <p:sldId id="306" r:id="rId9"/>
    <p:sldId id="281" r:id="rId10"/>
    <p:sldId id="299" r:id="rId11"/>
    <p:sldId id="285" r:id="rId12"/>
    <p:sldId id="300" r:id="rId13"/>
    <p:sldId id="314" r:id="rId14"/>
    <p:sldId id="313" r:id="rId15"/>
    <p:sldId id="301" r:id="rId16"/>
    <p:sldId id="302" r:id="rId17"/>
    <p:sldId id="308" r:id="rId18"/>
    <p:sldId id="309" r:id="rId19"/>
    <p:sldId id="311" r:id="rId20"/>
    <p:sldId id="315" r:id="rId21"/>
    <p:sldId id="303" r:id="rId22"/>
    <p:sldId id="307" r:id="rId23"/>
    <p:sldId id="310" r:id="rId24"/>
    <p:sldId id="304" r:id="rId25"/>
    <p:sldId id="277" r:id="rId26"/>
  </p:sldIdLst>
  <p:sldSz cx="12192000" cy="6858000"/>
  <p:notesSz cx="6858000" cy="9144000"/>
  <p:embeddedFontLst>
    <p:embeddedFont>
      <p:font typeface="Acumin Pro Condensed Semibold" panose="020B0706020202020204" pitchFamily="34" charset="77"/>
      <p:regular r:id="rId28"/>
      <p:bold r:id="rId29"/>
      <p:italic r:id="rId30"/>
      <p:boldItalic r:id="rId31"/>
    </p:embeddedFont>
    <p:embeddedFont>
      <p:font typeface="Acumin Pro Medium" panose="020B0604020202020204" pitchFamily="34" charset="77"/>
      <p:regular r:id="rId32"/>
      <p:italic r:id="rId33"/>
    </p:embeddedFont>
    <p:embeddedFont>
      <p:font typeface="Franklin Gothic Book" panose="020B0503020102020204" pitchFamily="34" charset="0"/>
      <p:regular r:id="rId34"/>
      <p:italic r:id="rId35"/>
    </p:embeddedFont>
    <p:embeddedFont>
      <p:font typeface="Franklin Gothic Medium" panose="020B0603020102020204" pitchFamily="34" charset="0"/>
      <p:regular r:id="rId36"/>
      <p:italic r:id="rId37"/>
    </p:embeddedFont>
    <p:embeddedFont>
      <p:font typeface="Franklin Gothic Medium Cond" panose="020B0606030402020204" pitchFamily="34" charset="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80" userDrawn="1">
          <p15:clr>
            <a:srgbClr val="A4A3A4"/>
          </p15:clr>
        </p15:guide>
        <p15:guide id="2" pos="3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26CE219-6CB4-4D82-2315-C217F06FFCCD}" name="Hiller, Kelly R" initials="HKR" userId="S::khiller@purdue.edu::b25b1487-7f5e-4b7f-a0b2-f8bcb0b1ea5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FB991"/>
    <a:srgbClr val="DDB945"/>
    <a:srgbClr val="EBD99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94737"/>
  </p:normalViewPr>
  <p:slideViewPr>
    <p:cSldViewPr snapToGrid="0">
      <p:cViewPr varScale="1">
        <p:scale>
          <a:sx n="100" d="100"/>
          <a:sy n="100" d="100"/>
        </p:scale>
        <p:origin x="184" y="792"/>
      </p:cViewPr>
      <p:guideLst>
        <p:guide orient="horz" pos="1080"/>
        <p:guide pos="3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font" Target="fonts/font7.fntdata"/><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2.fntdata"/><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6.fntdata"/><Relationship Id="rId38"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26CF7-48D8-2F46-AFC8-8A5D2298DFDD}" type="datetimeFigureOut">
              <a:rPr lang="en-US" smtClean="0"/>
              <a:t>9/24/26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7BF745-0557-B241-863F-056113C7032A}" type="slidenum">
              <a:rPr lang="en-US" smtClean="0"/>
              <a:t>‹#›</a:t>
            </a:fld>
            <a:endParaRPr lang="en-US"/>
          </a:p>
        </p:txBody>
      </p:sp>
    </p:spTree>
    <p:extLst>
      <p:ext uri="{BB962C8B-B14F-4D97-AF65-F5344CB8AC3E}">
        <p14:creationId xmlns:p14="http://schemas.microsoft.com/office/powerpoint/2010/main" val="3165674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7BF745-0557-B241-863F-056113C7032A}" type="slidenum">
              <a:rPr lang="en-US" smtClean="0"/>
              <a:t>1</a:t>
            </a:fld>
            <a:endParaRPr lang="en-US"/>
          </a:p>
        </p:txBody>
      </p:sp>
    </p:spTree>
    <p:extLst>
      <p:ext uri="{BB962C8B-B14F-4D97-AF65-F5344CB8AC3E}">
        <p14:creationId xmlns:p14="http://schemas.microsoft.com/office/powerpoint/2010/main" val="35323316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Black">
    <p:bg>
      <p:bgPr>
        <a:solidFill>
          <a:schemeClr val="tx1"/>
        </a:solidFill>
        <a:effectLst/>
      </p:bgPr>
    </p:bg>
    <p:spTree>
      <p:nvGrpSpPr>
        <p:cNvPr id="1" name=""/>
        <p:cNvGrpSpPr/>
        <p:nvPr/>
      </p:nvGrpSpPr>
      <p:grpSpPr>
        <a:xfrm>
          <a:off x="0" y="0"/>
          <a:ext cx="0" cy="0"/>
          <a:chOff x="0" y="0"/>
          <a:chExt cx="0" cy="0"/>
        </a:xfrm>
      </p:grpSpPr>
      <p:pic>
        <p:nvPicPr>
          <p:cNvPr id="13" name="Purdue Logo" descr="Purdue Logo">
            <a:extLst>
              <a:ext uri="{FF2B5EF4-FFF2-40B4-BE49-F238E27FC236}">
                <a16:creationId xmlns:a16="http://schemas.microsoft.com/office/drawing/2014/main" id="{121060AA-930A-4F8F-D7F6-9CFE82494609}"/>
              </a:ext>
            </a:extLst>
          </p:cNvPr>
          <p:cNvPicPr>
            <a:picLocks noChangeAspect="1"/>
          </p:cNvPicPr>
          <p:nvPr userDrawn="1"/>
        </p:nvPicPr>
        <p:blipFill>
          <a:blip r:embed="rId2"/>
          <a:stretch>
            <a:fillRect/>
          </a:stretch>
        </p:blipFill>
        <p:spPr>
          <a:xfrm>
            <a:off x="1027077" y="5756157"/>
            <a:ext cx="2709200" cy="484939"/>
          </a:xfrm>
          <a:prstGeom prst="rect">
            <a:avLst/>
          </a:prstGeom>
        </p:spPr>
      </p:pic>
      <p:pic>
        <p:nvPicPr>
          <p:cNvPr id="2" name="Black Triangle">
            <a:extLst>
              <a:ext uri="{FF2B5EF4-FFF2-40B4-BE49-F238E27FC236}">
                <a16:creationId xmlns:a16="http://schemas.microsoft.com/office/drawing/2014/main" id="{E6FF8326-7C7F-B6EE-5081-7AD19B61BF99}"/>
              </a:ext>
            </a:extLst>
          </p:cNvPr>
          <p:cNvPicPr>
            <a:picLocks noChangeAspect="1"/>
          </p:cNvPicPr>
          <p:nvPr userDrawn="1"/>
        </p:nvPicPr>
        <p:blipFill>
          <a:blip r:embed="rId3"/>
          <a:stretch>
            <a:fillRect/>
          </a:stretch>
        </p:blipFill>
        <p:spPr>
          <a:xfrm>
            <a:off x="9956800" y="0"/>
            <a:ext cx="2235200" cy="6858000"/>
          </a:xfrm>
          <a:prstGeom prst="rect">
            <a:avLst/>
          </a:prstGeom>
          <a:noFill/>
        </p:spPr>
      </p:pic>
      <p:sp>
        <p:nvSpPr>
          <p:cNvPr id="6" name="Triangle 5">
            <a:extLst>
              <a:ext uri="{FF2B5EF4-FFF2-40B4-BE49-F238E27FC236}">
                <a16:creationId xmlns:a16="http://schemas.microsoft.com/office/drawing/2014/main" id="{47BD40D6-A6F9-8B8C-560F-0C7A97097E8F}"/>
              </a:ext>
            </a:extLst>
          </p:cNvPr>
          <p:cNvSpPr/>
          <p:nvPr userDrawn="1"/>
        </p:nvSpPr>
        <p:spPr>
          <a:xfrm>
            <a:off x="9954706" y="-9439"/>
            <a:ext cx="2246721" cy="6867440"/>
          </a:xfrm>
          <a:custGeom>
            <a:avLst/>
            <a:gdLst>
              <a:gd name="connsiteX0" fmla="*/ 0 w 2243579"/>
              <a:gd name="connsiteY0" fmla="*/ 0 h 6881568"/>
              <a:gd name="connsiteX1" fmla="*/ 2243579 w 2243579"/>
              <a:gd name="connsiteY1" fmla="*/ 0 h 6881568"/>
              <a:gd name="connsiteX2" fmla="*/ 2243579 w 2243579"/>
              <a:gd name="connsiteY2" fmla="*/ 6881568 h 6881568"/>
              <a:gd name="connsiteX3" fmla="*/ 0 w 2243579"/>
              <a:gd name="connsiteY3" fmla="*/ 6881568 h 6881568"/>
              <a:gd name="connsiteX4" fmla="*/ 0 w 2243579"/>
              <a:gd name="connsiteY4" fmla="*/ 0 h 6881568"/>
              <a:gd name="connsiteX0" fmla="*/ 1300899 w 2243579"/>
              <a:gd name="connsiteY0" fmla="*/ 565608 h 6881568"/>
              <a:gd name="connsiteX1" fmla="*/ 2243579 w 2243579"/>
              <a:gd name="connsiteY1" fmla="*/ 0 h 6881568"/>
              <a:gd name="connsiteX2" fmla="*/ 2243579 w 2243579"/>
              <a:gd name="connsiteY2" fmla="*/ 6881568 h 6881568"/>
              <a:gd name="connsiteX3" fmla="*/ 0 w 2243579"/>
              <a:gd name="connsiteY3" fmla="*/ 6881568 h 6881568"/>
              <a:gd name="connsiteX4" fmla="*/ 1300899 w 2243579"/>
              <a:gd name="connsiteY4" fmla="*/ 565608 h 6881568"/>
              <a:gd name="connsiteX0" fmla="*/ 1602557 w 2243579"/>
              <a:gd name="connsiteY0" fmla="*/ 18854 h 6881568"/>
              <a:gd name="connsiteX1" fmla="*/ 2243579 w 2243579"/>
              <a:gd name="connsiteY1" fmla="*/ 0 h 6881568"/>
              <a:gd name="connsiteX2" fmla="*/ 2243579 w 2243579"/>
              <a:gd name="connsiteY2" fmla="*/ 6881568 h 6881568"/>
              <a:gd name="connsiteX3" fmla="*/ 0 w 2243579"/>
              <a:gd name="connsiteY3" fmla="*/ 6881568 h 6881568"/>
              <a:gd name="connsiteX4" fmla="*/ 1602557 w 2243579"/>
              <a:gd name="connsiteY4" fmla="*/ 18854 h 6881568"/>
              <a:gd name="connsiteX0" fmla="*/ 1319753 w 1960775"/>
              <a:gd name="connsiteY0" fmla="*/ 18854 h 6881568"/>
              <a:gd name="connsiteX1" fmla="*/ 1960775 w 1960775"/>
              <a:gd name="connsiteY1" fmla="*/ 0 h 6881568"/>
              <a:gd name="connsiteX2" fmla="*/ 1960775 w 1960775"/>
              <a:gd name="connsiteY2" fmla="*/ 6881568 h 6881568"/>
              <a:gd name="connsiteX3" fmla="*/ 0 w 1960775"/>
              <a:gd name="connsiteY3" fmla="*/ 6806154 h 6881568"/>
              <a:gd name="connsiteX4" fmla="*/ 1319753 w 1960775"/>
              <a:gd name="connsiteY4" fmla="*/ 18854 h 6881568"/>
              <a:gd name="connsiteX0" fmla="*/ 1593130 w 2234152"/>
              <a:gd name="connsiteY0" fmla="*/ 18854 h 6881569"/>
              <a:gd name="connsiteX1" fmla="*/ 2234152 w 2234152"/>
              <a:gd name="connsiteY1" fmla="*/ 0 h 6881569"/>
              <a:gd name="connsiteX2" fmla="*/ 2234152 w 2234152"/>
              <a:gd name="connsiteY2" fmla="*/ 6881568 h 6881569"/>
              <a:gd name="connsiteX3" fmla="*/ 0 w 2234152"/>
              <a:gd name="connsiteY3" fmla="*/ 6881569 h 6881569"/>
              <a:gd name="connsiteX4" fmla="*/ 1593130 w 2234152"/>
              <a:gd name="connsiteY4" fmla="*/ 18854 h 6881569"/>
              <a:gd name="connsiteX0" fmla="*/ 1583717 w 2234152"/>
              <a:gd name="connsiteY0" fmla="*/ 9420 h 6881569"/>
              <a:gd name="connsiteX1" fmla="*/ 2234152 w 2234152"/>
              <a:gd name="connsiteY1" fmla="*/ 0 h 6881569"/>
              <a:gd name="connsiteX2" fmla="*/ 2234152 w 2234152"/>
              <a:gd name="connsiteY2" fmla="*/ 6881568 h 6881569"/>
              <a:gd name="connsiteX3" fmla="*/ 0 w 2234152"/>
              <a:gd name="connsiteY3" fmla="*/ 6881569 h 6881569"/>
              <a:gd name="connsiteX4" fmla="*/ 1583717 w 2234152"/>
              <a:gd name="connsiteY4" fmla="*/ 9420 h 6881569"/>
              <a:gd name="connsiteX0" fmla="*/ 1583717 w 2243566"/>
              <a:gd name="connsiteY0" fmla="*/ 0 h 6872149"/>
              <a:gd name="connsiteX1" fmla="*/ 2243566 w 2243566"/>
              <a:gd name="connsiteY1" fmla="*/ 12 h 6872149"/>
              <a:gd name="connsiteX2" fmla="*/ 2234152 w 2243566"/>
              <a:gd name="connsiteY2" fmla="*/ 6872148 h 6872149"/>
              <a:gd name="connsiteX3" fmla="*/ 0 w 2243566"/>
              <a:gd name="connsiteY3" fmla="*/ 6872149 h 6872149"/>
              <a:gd name="connsiteX4" fmla="*/ 1583717 w 2243566"/>
              <a:gd name="connsiteY4" fmla="*/ 0 h 6872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3566" h="6872149">
                <a:moveTo>
                  <a:pt x="1583717" y="0"/>
                </a:moveTo>
                <a:lnTo>
                  <a:pt x="2243566" y="12"/>
                </a:lnTo>
                <a:lnTo>
                  <a:pt x="2234152" y="6872148"/>
                </a:lnTo>
                <a:lnTo>
                  <a:pt x="0" y="6872149"/>
                </a:lnTo>
                <a:lnTo>
                  <a:pt x="1583717" y="0"/>
                </a:lnTo>
                <a:close/>
              </a:path>
            </a:pathLst>
          </a:custGeom>
          <a:solidFill>
            <a:srgbClr val="CFB9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11870E27-202E-F717-3FB6-D69451DF1391}"/>
              </a:ext>
            </a:extLst>
          </p:cNvPr>
          <p:cNvSpPr>
            <a:spLocks noGrp="1"/>
          </p:cNvSpPr>
          <p:nvPr>
            <p:ph type="title" hasCustomPrompt="1"/>
          </p:nvPr>
        </p:nvSpPr>
        <p:spPr>
          <a:xfrm>
            <a:off x="1023257" y="2005070"/>
            <a:ext cx="7763458" cy="592834"/>
          </a:xfrm>
        </p:spPr>
        <p:txBody>
          <a:bodyPr>
            <a:noAutofit/>
          </a:bodyPr>
          <a:lstStyle>
            <a:lvl1pPr>
              <a:defRPr sz="5400" cap="none">
                <a:solidFill>
                  <a:schemeClr val="bg1"/>
                </a:solidFill>
              </a:defRPr>
            </a:lvl1pPr>
          </a:lstStyle>
          <a:p>
            <a:r>
              <a:rPr lang="en-US" dirty="0"/>
              <a:t>Presentation Title</a:t>
            </a:r>
          </a:p>
        </p:txBody>
      </p:sp>
      <p:sp>
        <p:nvSpPr>
          <p:cNvPr id="9" name="Text Placeholder 8">
            <a:extLst>
              <a:ext uri="{FF2B5EF4-FFF2-40B4-BE49-F238E27FC236}">
                <a16:creationId xmlns:a16="http://schemas.microsoft.com/office/drawing/2014/main" id="{3F3E966E-ACAB-E285-70D0-66AC08DF1386}"/>
              </a:ext>
            </a:extLst>
          </p:cNvPr>
          <p:cNvSpPr>
            <a:spLocks noGrp="1"/>
          </p:cNvSpPr>
          <p:nvPr>
            <p:ph type="body" sz="quarter" idx="10" hasCustomPrompt="1"/>
          </p:nvPr>
        </p:nvSpPr>
        <p:spPr>
          <a:xfrm>
            <a:off x="1023257" y="2629338"/>
            <a:ext cx="7763458" cy="449263"/>
          </a:xfrm>
        </p:spPr>
        <p:txBody>
          <a:bodyPr>
            <a:noAutofit/>
          </a:bodyPr>
          <a:lstStyle>
            <a:lvl1pPr marL="0" indent="0">
              <a:buFontTx/>
              <a:buNone/>
              <a:defRPr sz="2400" b="1" i="0">
                <a:solidFill>
                  <a:schemeClr val="bg2"/>
                </a:solidFill>
                <a:latin typeface="Acumin Pro Semibold"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Subtitle</a:t>
            </a:r>
          </a:p>
        </p:txBody>
      </p:sp>
      <p:sp>
        <p:nvSpPr>
          <p:cNvPr id="3" name="Text Placeholder 8">
            <a:extLst>
              <a:ext uri="{FF2B5EF4-FFF2-40B4-BE49-F238E27FC236}">
                <a16:creationId xmlns:a16="http://schemas.microsoft.com/office/drawing/2014/main" id="{76FFA1BC-72F9-9048-3E39-D300A3A6A52E}"/>
              </a:ext>
            </a:extLst>
          </p:cNvPr>
          <p:cNvSpPr>
            <a:spLocks noGrp="1"/>
          </p:cNvSpPr>
          <p:nvPr>
            <p:ph type="body" sz="quarter" idx="11" hasCustomPrompt="1"/>
          </p:nvPr>
        </p:nvSpPr>
        <p:spPr>
          <a:xfrm>
            <a:off x="1023257" y="3107129"/>
            <a:ext cx="7763458" cy="449263"/>
          </a:xfrm>
        </p:spPr>
        <p:txBody>
          <a:bodyPr>
            <a:normAutofit/>
          </a:bodyPr>
          <a:lstStyle>
            <a:lvl1pPr marL="0" indent="0">
              <a:buFontTx/>
              <a:buNone/>
              <a:defRPr sz="1600">
                <a:solidFill>
                  <a:schemeClr val="bg2"/>
                </a:solidFill>
                <a:latin typeface="Acumin Pro"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fld id="{C7124C19-F609-8C4C-8116-78E353E3E672}" type="datetime1">
              <a:rPr lang="en-US" smtClean="0"/>
              <a:t>3/29/23</a:t>
            </a:fld>
            <a:endParaRPr lang="en-US" dirty="0"/>
          </a:p>
        </p:txBody>
      </p:sp>
      <p:sp>
        <p:nvSpPr>
          <p:cNvPr id="4" name="Slide Number Placeholder 3">
            <a:extLst>
              <a:ext uri="{FF2B5EF4-FFF2-40B4-BE49-F238E27FC236}">
                <a16:creationId xmlns:a16="http://schemas.microsoft.com/office/drawing/2014/main" id="{58EC3163-7E89-C90A-4497-846BA4987D4E}"/>
              </a:ext>
            </a:extLst>
          </p:cNvPr>
          <p:cNvSpPr>
            <a:spLocks noGrp="1"/>
          </p:cNvSpPr>
          <p:nvPr>
            <p:ph type="sldNum" sz="quarter" idx="12"/>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4214527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Gold">
    <p:bg>
      <p:bgPr>
        <a:solidFill>
          <a:schemeClr val="accent1"/>
        </a:solidFill>
        <a:effectLst/>
      </p:bgPr>
    </p:bg>
    <p:spTree>
      <p:nvGrpSpPr>
        <p:cNvPr id="1" name=""/>
        <p:cNvGrpSpPr/>
        <p:nvPr/>
      </p:nvGrpSpPr>
      <p:grpSpPr>
        <a:xfrm>
          <a:off x="0" y="0"/>
          <a:ext cx="0" cy="0"/>
          <a:chOff x="0" y="0"/>
          <a:chExt cx="0" cy="0"/>
        </a:xfrm>
      </p:grpSpPr>
      <p:pic>
        <p:nvPicPr>
          <p:cNvPr id="2" name="Black Triangle">
            <a:extLst>
              <a:ext uri="{FF2B5EF4-FFF2-40B4-BE49-F238E27FC236}">
                <a16:creationId xmlns:a16="http://schemas.microsoft.com/office/drawing/2014/main" id="{E6FF8326-7C7F-B6EE-5081-7AD19B61BF99}"/>
              </a:ext>
            </a:extLst>
          </p:cNvPr>
          <p:cNvPicPr>
            <a:picLocks noChangeAspect="1"/>
          </p:cNvPicPr>
          <p:nvPr userDrawn="1"/>
        </p:nvPicPr>
        <p:blipFill>
          <a:blip r:embed="rId2"/>
          <a:stretch>
            <a:fillRect/>
          </a:stretch>
        </p:blipFill>
        <p:spPr>
          <a:xfrm>
            <a:off x="9956800" y="0"/>
            <a:ext cx="2235200" cy="6858000"/>
          </a:xfrm>
          <a:prstGeom prst="rect">
            <a:avLst/>
          </a:prstGeom>
          <a:noFill/>
        </p:spPr>
      </p:pic>
      <p:pic>
        <p:nvPicPr>
          <p:cNvPr id="4" name="Purdue Logo" descr="Purdue Logo">
            <a:extLst>
              <a:ext uri="{FF2B5EF4-FFF2-40B4-BE49-F238E27FC236}">
                <a16:creationId xmlns:a16="http://schemas.microsoft.com/office/drawing/2014/main" id="{BA4B2908-555F-78CD-D5EA-D087520FF3FF}"/>
              </a:ext>
            </a:extLst>
          </p:cNvPr>
          <p:cNvPicPr>
            <a:picLocks noChangeAspect="1"/>
          </p:cNvPicPr>
          <p:nvPr userDrawn="1"/>
        </p:nvPicPr>
        <p:blipFill>
          <a:blip r:embed="rId3"/>
          <a:stretch>
            <a:fillRect/>
          </a:stretch>
        </p:blipFill>
        <p:spPr>
          <a:xfrm>
            <a:off x="1034143" y="5756156"/>
            <a:ext cx="2709200" cy="484940"/>
          </a:xfrm>
          <a:prstGeom prst="rect">
            <a:avLst/>
          </a:prstGeom>
        </p:spPr>
      </p:pic>
      <p:sp>
        <p:nvSpPr>
          <p:cNvPr id="6" name="Title 6">
            <a:extLst>
              <a:ext uri="{FF2B5EF4-FFF2-40B4-BE49-F238E27FC236}">
                <a16:creationId xmlns:a16="http://schemas.microsoft.com/office/drawing/2014/main" id="{B1EEEEC0-D7E4-4DE5-4E3D-FAAD9ABA8990}"/>
              </a:ext>
            </a:extLst>
          </p:cNvPr>
          <p:cNvSpPr>
            <a:spLocks noGrp="1"/>
          </p:cNvSpPr>
          <p:nvPr>
            <p:ph type="title" hasCustomPrompt="1"/>
          </p:nvPr>
        </p:nvSpPr>
        <p:spPr>
          <a:xfrm>
            <a:off x="1023257" y="1812045"/>
            <a:ext cx="7763458" cy="719757"/>
          </a:xfrm>
        </p:spPr>
        <p:txBody>
          <a:bodyPr>
            <a:noAutofit/>
          </a:bodyPr>
          <a:lstStyle>
            <a:lvl1pPr>
              <a:defRPr sz="5400" cap="none">
                <a:solidFill>
                  <a:schemeClr val="tx1"/>
                </a:solidFill>
              </a:defRPr>
            </a:lvl1pPr>
          </a:lstStyle>
          <a:p>
            <a:r>
              <a:rPr lang="en-US" dirty="0"/>
              <a:t>Presentation Title</a:t>
            </a:r>
          </a:p>
        </p:txBody>
      </p:sp>
      <p:sp>
        <p:nvSpPr>
          <p:cNvPr id="9" name="Text Placeholder 8">
            <a:extLst>
              <a:ext uri="{FF2B5EF4-FFF2-40B4-BE49-F238E27FC236}">
                <a16:creationId xmlns:a16="http://schemas.microsoft.com/office/drawing/2014/main" id="{D8EDB9B8-C811-84E9-5F58-0130F3A8050C}"/>
              </a:ext>
            </a:extLst>
          </p:cNvPr>
          <p:cNvSpPr>
            <a:spLocks noGrp="1"/>
          </p:cNvSpPr>
          <p:nvPr>
            <p:ph type="body" sz="quarter" idx="10" hasCustomPrompt="1"/>
          </p:nvPr>
        </p:nvSpPr>
        <p:spPr>
          <a:xfrm>
            <a:off x="1023257" y="2617146"/>
            <a:ext cx="7763458" cy="449263"/>
          </a:xfrm>
        </p:spPr>
        <p:txBody>
          <a:bodyPr>
            <a:noAutofit/>
          </a:bodyPr>
          <a:lstStyle>
            <a:lvl1pPr marL="0" indent="0">
              <a:buFontTx/>
              <a:buNone/>
              <a:defRPr sz="2400" b="1" i="0">
                <a:solidFill>
                  <a:schemeClr val="tx1"/>
                </a:solidFill>
                <a:latin typeface="Acumin Pro Semibold"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Subtitle</a:t>
            </a:r>
          </a:p>
        </p:txBody>
      </p:sp>
      <p:sp>
        <p:nvSpPr>
          <p:cNvPr id="10" name="Text Placeholder 8">
            <a:extLst>
              <a:ext uri="{FF2B5EF4-FFF2-40B4-BE49-F238E27FC236}">
                <a16:creationId xmlns:a16="http://schemas.microsoft.com/office/drawing/2014/main" id="{24BF34A7-30DF-7BD2-A5A2-434BBF6672CA}"/>
              </a:ext>
            </a:extLst>
          </p:cNvPr>
          <p:cNvSpPr>
            <a:spLocks noGrp="1"/>
          </p:cNvSpPr>
          <p:nvPr>
            <p:ph type="body" sz="quarter" idx="11" hasCustomPrompt="1"/>
          </p:nvPr>
        </p:nvSpPr>
        <p:spPr>
          <a:xfrm>
            <a:off x="1023257" y="3148847"/>
            <a:ext cx="7763458" cy="449263"/>
          </a:xfrm>
        </p:spPr>
        <p:txBody>
          <a:bodyPr>
            <a:normAutofit/>
          </a:bodyPr>
          <a:lstStyle>
            <a:lvl1pPr marL="0" indent="0">
              <a:buFontTx/>
              <a:buNone/>
              <a:defRPr sz="1600">
                <a:solidFill>
                  <a:schemeClr val="tx1"/>
                </a:solidFill>
                <a:latin typeface="Acumin Pro"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3/31/23</a:t>
            </a:r>
          </a:p>
        </p:txBody>
      </p:sp>
      <p:sp>
        <p:nvSpPr>
          <p:cNvPr id="3" name="Slide Number Placeholder 2">
            <a:extLst>
              <a:ext uri="{FF2B5EF4-FFF2-40B4-BE49-F238E27FC236}">
                <a16:creationId xmlns:a16="http://schemas.microsoft.com/office/drawing/2014/main" id="{BDC8F108-1702-5F20-3D95-B2102374CAB1}"/>
              </a:ext>
            </a:extLst>
          </p:cNvPr>
          <p:cNvSpPr>
            <a:spLocks noGrp="1"/>
          </p:cNvSpPr>
          <p:nvPr>
            <p:ph type="sldNum" sz="quarter" idx="12"/>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56992520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Photo">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4176D92-8FAB-782E-E607-5D0C5CC9C2A2}"/>
              </a:ext>
            </a:extLst>
          </p:cNvPr>
          <p:cNvSpPr>
            <a:spLocks noGrp="1"/>
          </p:cNvSpPr>
          <p:nvPr>
            <p:ph type="pic" idx="1"/>
          </p:nvPr>
        </p:nvSpPr>
        <p:spPr>
          <a:xfrm>
            <a:off x="0" y="0"/>
            <a:ext cx="12192000" cy="685800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a:extLst>
              <a:ext uri="{FF2B5EF4-FFF2-40B4-BE49-F238E27FC236}">
                <a16:creationId xmlns:a16="http://schemas.microsoft.com/office/drawing/2014/main" id="{85FDAFB6-8BB6-ADBB-6574-5B0C25E7BDDF}"/>
              </a:ext>
            </a:extLst>
          </p:cNvPr>
          <p:cNvSpPr>
            <a:spLocks noGrp="1"/>
          </p:cNvSpPr>
          <p:nvPr>
            <p:ph type="title"/>
          </p:nvPr>
        </p:nvSpPr>
        <p:spPr>
          <a:xfrm>
            <a:off x="478972" y="4671391"/>
            <a:ext cx="11266714" cy="1401419"/>
          </a:xfrm>
        </p:spPr>
        <p:txBody>
          <a:bodyPr/>
          <a:lstStyle>
            <a:lvl1pPr algn="ctr">
              <a:defRPr/>
            </a:lvl1pPr>
          </a:lstStyle>
          <a:p>
            <a:r>
              <a:rPr lang="en-US"/>
              <a:t>Click to edit Master title style</a:t>
            </a:r>
            <a:endParaRPr lang="en-US" dirty="0"/>
          </a:p>
        </p:txBody>
      </p:sp>
      <p:sp>
        <p:nvSpPr>
          <p:cNvPr id="6" name="Text Placeholder 8">
            <a:extLst>
              <a:ext uri="{FF2B5EF4-FFF2-40B4-BE49-F238E27FC236}">
                <a16:creationId xmlns:a16="http://schemas.microsoft.com/office/drawing/2014/main" id="{5FF931D0-D7E7-D9E1-3CCC-83299A09228A}"/>
              </a:ext>
            </a:extLst>
          </p:cNvPr>
          <p:cNvSpPr>
            <a:spLocks noGrp="1"/>
          </p:cNvSpPr>
          <p:nvPr>
            <p:ph type="body" sz="quarter" idx="10" hasCustomPrompt="1"/>
          </p:nvPr>
        </p:nvSpPr>
        <p:spPr>
          <a:xfrm>
            <a:off x="478972" y="6085510"/>
            <a:ext cx="11266714" cy="449263"/>
          </a:xfrm>
        </p:spPr>
        <p:txBody>
          <a:bodyPr>
            <a:noAutofit/>
          </a:bodyPr>
          <a:lstStyle>
            <a:lvl1pPr marL="0" indent="0" algn="ctr">
              <a:buFontTx/>
              <a:buNone/>
              <a:defRPr sz="2000" b="1" i="0">
                <a:solidFill>
                  <a:schemeClr val="tx1"/>
                </a:solidFill>
                <a:latin typeface="Acumin Pro Semibold"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Subtitle style</a:t>
            </a:r>
          </a:p>
        </p:txBody>
      </p:sp>
    </p:spTree>
    <p:extLst>
      <p:ext uri="{BB962C8B-B14F-4D97-AF65-F5344CB8AC3E}">
        <p14:creationId xmlns:p14="http://schemas.microsoft.com/office/powerpoint/2010/main" val="3586611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hoto">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C36684E-7DEE-F47A-FA01-89E8EC8104A0}"/>
              </a:ext>
            </a:extLst>
          </p:cNvPr>
          <p:cNvSpPr>
            <a:spLocks noGrp="1"/>
          </p:cNvSpPr>
          <p:nvPr>
            <p:ph type="pic" sz="quarter" idx="11"/>
          </p:nvPr>
        </p:nvSpPr>
        <p:spPr>
          <a:xfrm>
            <a:off x="0" y="-9525"/>
            <a:ext cx="12192000" cy="6867525"/>
          </a:xfrm>
          <a:ln>
            <a:noFill/>
          </a:ln>
        </p:spPr>
        <p:txBody>
          <a:bodyPr/>
          <a:lstStyle/>
          <a:p>
            <a:r>
              <a:rPr lang="en-US"/>
              <a:t>Click icon to add picture</a:t>
            </a:r>
          </a:p>
        </p:txBody>
      </p:sp>
      <p:sp>
        <p:nvSpPr>
          <p:cNvPr id="3" name="Slide Number Placeholder 2">
            <a:extLst>
              <a:ext uri="{FF2B5EF4-FFF2-40B4-BE49-F238E27FC236}">
                <a16:creationId xmlns:a16="http://schemas.microsoft.com/office/drawing/2014/main" id="{6EFC2CE8-E7A7-5DA8-903C-7C61B21A6F1A}"/>
              </a:ext>
            </a:extLst>
          </p:cNvPr>
          <p:cNvSpPr>
            <a:spLocks noGrp="1"/>
          </p:cNvSpPr>
          <p:nvPr>
            <p:ph type="sldNum" sz="quarter" idx="12"/>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260421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Copy">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457199" y="1543324"/>
            <a:ext cx="11266713" cy="4454706"/>
          </a:xfrm>
        </p:spPr>
        <p:txBody>
          <a:bodyPr numCol="1">
            <a:noAutofit/>
          </a:bodyPr>
          <a:lstStyle>
            <a:lvl1pPr marL="0" indent="0" algn="l" fontAlgn="t">
              <a:buFontTx/>
              <a:buNone/>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endParaRPr lang="en-US" dirty="0"/>
          </a:p>
        </p:txBody>
      </p:sp>
      <p:pic>
        <p:nvPicPr>
          <p:cNvPr id="4" name="Purdue Logo" descr="Purdue Logo">
            <a:extLst>
              <a:ext uri="{FF2B5EF4-FFF2-40B4-BE49-F238E27FC236}">
                <a16:creationId xmlns:a16="http://schemas.microsoft.com/office/drawing/2014/main" id="{D337403E-4A63-3B42-FC84-47BAEDD7A75E}"/>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3" name="Slide Number Placeholder 2">
            <a:extLst>
              <a:ext uri="{FF2B5EF4-FFF2-40B4-BE49-F238E27FC236}">
                <a16:creationId xmlns:a16="http://schemas.microsoft.com/office/drawing/2014/main" id="{C4ECEF9E-3A6E-C6FF-42DA-EDF0D1D988C2}"/>
              </a:ext>
            </a:extLst>
          </p:cNvPr>
          <p:cNvSpPr>
            <a:spLocks noGrp="1"/>
          </p:cNvSpPr>
          <p:nvPr>
            <p:ph type="sldNum" sz="quarter" idx="12"/>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362843251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Copy - 2 Column">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457199" y="1543324"/>
            <a:ext cx="11266713" cy="4454706"/>
          </a:xfrm>
        </p:spPr>
        <p:txBody>
          <a:bodyPr numCol="2">
            <a:noAutofit/>
          </a:bodyPr>
          <a:lstStyle>
            <a:lvl1pPr marL="0" indent="0" algn="l" fontAlgn="t">
              <a:buFontTx/>
              <a:buNone/>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pic>
        <p:nvPicPr>
          <p:cNvPr id="4" name="Purdue Logo" descr="Purdue Logo">
            <a:extLst>
              <a:ext uri="{FF2B5EF4-FFF2-40B4-BE49-F238E27FC236}">
                <a16:creationId xmlns:a16="http://schemas.microsoft.com/office/drawing/2014/main" id="{D337403E-4A63-3B42-FC84-47BAEDD7A75E}"/>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3" name="Slide Number Placeholder 2">
            <a:extLst>
              <a:ext uri="{FF2B5EF4-FFF2-40B4-BE49-F238E27FC236}">
                <a16:creationId xmlns:a16="http://schemas.microsoft.com/office/drawing/2014/main" id="{5A85743F-DCAE-A9EE-5293-03DFB306B0F8}"/>
              </a:ext>
            </a:extLst>
          </p:cNvPr>
          <p:cNvSpPr>
            <a:spLocks noGrp="1"/>
          </p:cNvSpPr>
          <p:nvPr>
            <p:ph type="sldNum" sz="quarter" idx="12"/>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1131998448"/>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Content">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6628D381-488B-4C1C-32F0-1D389C1FF7E3}"/>
              </a:ext>
            </a:extLst>
          </p:cNvPr>
          <p:cNvSpPr>
            <a:spLocks noGrp="1"/>
          </p:cNvSpPr>
          <p:nvPr>
            <p:ph idx="14"/>
          </p:nvPr>
        </p:nvSpPr>
        <p:spPr>
          <a:xfrm>
            <a:off x="468086" y="1543324"/>
            <a:ext cx="11266714" cy="4454706"/>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urdue Logo" descr="Purdue Logo">
            <a:extLst>
              <a:ext uri="{FF2B5EF4-FFF2-40B4-BE49-F238E27FC236}">
                <a16:creationId xmlns:a16="http://schemas.microsoft.com/office/drawing/2014/main" id="{57E46A32-0E35-7B3E-4B6F-A7D50B076D9C}"/>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4" name="Title 3">
            <a:extLst>
              <a:ext uri="{FF2B5EF4-FFF2-40B4-BE49-F238E27FC236}">
                <a16:creationId xmlns:a16="http://schemas.microsoft.com/office/drawing/2014/main" id="{15EE0A7E-143D-2A83-397F-55801DA0663E}"/>
              </a:ext>
            </a:extLst>
          </p:cNvPr>
          <p:cNvSpPr>
            <a:spLocks noGrp="1"/>
          </p:cNvSpPr>
          <p:nvPr>
            <p:ph type="title"/>
          </p:nvPr>
        </p:nvSpPr>
        <p:spPr/>
        <p:txBody>
          <a:bodyPr/>
          <a:lstStyle/>
          <a:p>
            <a:r>
              <a:rPr lang="en-US"/>
              <a:t>Click to edit Master title style</a:t>
            </a:r>
            <a:endParaRPr lang="en-US" dirty="0"/>
          </a:p>
        </p:txBody>
      </p:sp>
      <p:sp>
        <p:nvSpPr>
          <p:cNvPr id="5" name="Text Placeholder 13">
            <a:extLst>
              <a:ext uri="{FF2B5EF4-FFF2-40B4-BE49-F238E27FC236}">
                <a16:creationId xmlns:a16="http://schemas.microsoft.com/office/drawing/2014/main" id="{65EE62C3-A7DA-7701-DE4B-C1A290C4FAE3}"/>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7" name="Slide Number Placeholder 6">
            <a:extLst>
              <a:ext uri="{FF2B5EF4-FFF2-40B4-BE49-F238E27FC236}">
                <a16:creationId xmlns:a16="http://schemas.microsoft.com/office/drawing/2014/main" id="{3AC54E73-61A3-FF0B-7F4C-17B1D97376A1}"/>
              </a:ext>
            </a:extLst>
          </p:cNvPr>
          <p:cNvSpPr>
            <a:spLocks noGrp="1"/>
          </p:cNvSpPr>
          <p:nvPr>
            <p:ph type="sldNum" sz="quarter" idx="15"/>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1626903686"/>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Content - 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9742D-9D8E-3928-8B2A-C7202DA729E8}"/>
              </a:ext>
            </a:extLst>
          </p:cNvPr>
          <p:cNvSpPr>
            <a:spLocks noGrp="1"/>
          </p:cNvSpPr>
          <p:nvPr>
            <p:ph type="title"/>
          </p:nvPr>
        </p:nvSpPr>
        <p:spPr/>
        <p:txBody>
          <a:bodyPr/>
          <a:lstStyle/>
          <a:p>
            <a:r>
              <a:rPr lang="en-US"/>
              <a:t>Click to edit Master title style</a:t>
            </a:r>
            <a:endParaRPr lang="en-US" dirty="0"/>
          </a:p>
        </p:txBody>
      </p:sp>
      <p:sp>
        <p:nvSpPr>
          <p:cNvPr id="8" name="Content Placeholder 2">
            <a:extLst>
              <a:ext uri="{FF2B5EF4-FFF2-40B4-BE49-F238E27FC236}">
                <a16:creationId xmlns:a16="http://schemas.microsoft.com/office/drawing/2014/main" id="{2D59E3ED-7921-E7F3-A0A2-0467597EF7ED}"/>
              </a:ext>
            </a:extLst>
          </p:cNvPr>
          <p:cNvSpPr>
            <a:spLocks noGrp="1"/>
          </p:cNvSpPr>
          <p:nvPr>
            <p:ph idx="12"/>
          </p:nvPr>
        </p:nvSpPr>
        <p:spPr>
          <a:xfrm>
            <a:off x="468086" y="1543324"/>
            <a:ext cx="5413169" cy="4390338"/>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a:extLst>
              <a:ext uri="{FF2B5EF4-FFF2-40B4-BE49-F238E27FC236}">
                <a16:creationId xmlns:a16="http://schemas.microsoft.com/office/drawing/2014/main" id="{8F449F3F-4187-E891-E28D-ABAA40118134}"/>
              </a:ext>
            </a:extLst>
          </p:cNvPr>
          <p:cNvSpPr>
            <a:spLocks noGrp="1"/>
          </p:cNvSpPr>
          <p:nvPr>
            <p:ph idx="13"/>
          </p:nvPr>
        </p:nvSpPr>
        <p:spPr>
          <a:xfrm>
            <a:off x="6309157" y="1543324"/>
            <a:ext cx="5425643" cy="4390338"/>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Purdue Logo" descr="Purdue Logo">
            <a:extLst>
              <a:ext uri="{FF2B5EF4-FFF2-40B4-BE49-F238E27FC236}">
                <a16:creationId xmlns:a16="http://schemas.microsoft.com/office/drawing/2014/main" id="{1187A0AE-82DF-15CC-71EB-814F9338E8D6}"/>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13" name="Text Placeholder 13">
            <a:extLst>
              <a:ext uri="{FF2B5EF4-FFF2-40B4-BE49-F238E27FC236}">
                <a16:creationId xmlns:a16="http://schemas.microsoft.com/office/drawing/2014/main" id="{5FC4CE19-DA95-2729-993D-BB0D45B6B56B}"/>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4" name="Slide Number Placeholder 3">
            <a:extLst>
              <a:ext uri="{FF2B5EF4-FFF2-40B4-BE49-F238E27FC236}">
                <a16:creationId xmlns:a16="http://schemas.microsoft.com/office/drawing/2014/main" id="{6659EA93-442C-59A0-2250-A5181989CDD4}"/>
              </a:ext>
            </a:extLst>
          </p:cNvPr>
          <p:cNvSpPr>
            <a:spLocks noGrp="1"/>
          </p:cNvSpPr>
          <p:nvPr>
            <p:ph type="sldNum" sz="quarter" idx="14"/>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3639963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Content -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9742D-9D8E-3928-8B2A-C7202DA729E8}"/>
              </a:ext>
            </a:extLst>
          </p:cNvPr>
          <p:cNvSpPr>
            <a:spLocks noGrp="1"/>
          </p:cNvSpPr>
          <p:nvPr>
            <p:ph type="title"/>
          </p:nvPr>
        </p:nvSpPr>
        <p:spPr/>
        <p:txBody>
          <a:bodyPr/>
          <a:lstStyle/>
          <a:p>
            <a:r>
              <a:rPr lang="en-US"/>
              <a:t>Click to edit Master title style</a:t>
            </a:r>
            <a:endParaRPr lang="en-US" dirty="0"/>
          </a:p>
        </p:txBody>
      </p:sp>
      <p:sp>
        <p:nvSpPr>
          <p:cNvPr id="8" name="Content Placeholder 2">
            <a:extLst>
              <a:ext uri="{FF2B5EF4-FFF2-40B4-BE49-F238E27FC236}">
                <a16:creationId xmlns:a16="http://schemas.microsoft.com/office/drawing/2014/main" id="{2D59E3ED-7921-E7F3-A0A2-0467597EF7ED}"/>
              </a:ext>
            </a:extLst>
          </p:cNvPr>
          <p:cNvSpPr>
            <a:spLocks noGrp="1"/>
          </p:cNvSpPr>
          <p:nvPr>
            <p:ph idx="12"/>
          </p:nvPr>
        </p:nvSpPr>
        <p:spPr>
          <a:xfrm>
            <a:off x="468087" y="1543324"/>
            <a:ext cx="3507565" cy="4390338"/>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urdue Logo" descr="Purdue Logo">
            <a:extLst>
              <a:ext uri="{FF2B5EF4-FFF2-40B4-BE49-F238E27FC236}">
                <a16:creationId xmlns:a16="http://schemas.microsoft.com/office/drawing/2014/main" id="{D9D56DBC-682D-9000-C377-A3E36338D732}"/>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11" name="Content Placeholder 2">
            <a:extLst>
              <a:ext uri="{FF2B5EF4-FFF2-40B4-BE49-F238E27FC236}">
                <a16:creationId xmlns:a16="http://schemas.microsoft.com/office/drawing/2014/main" id="{66D77F14-E88B-D0A5-6F63-E4DA45A7CD6B}"/>
              </a:ext>
            </a:extLst>
          </p:cNvPr>
          <p:cNvSpPr>
            <a:spLocks noGrp="1"/>
          </p:cNvSpPr>
          <p:nvPr>
            <p:ph idx="17"/>
          </p:nvPr>
        </p:nvSpPr>
        <p:spPr>
          <a:xfrm>
            <a:off x="4342217" y="1543323"/>
            <a:ext cx="3507565" cy="4390337"/>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2">
            <a:extLst>
              <a:ext uri="{FF2B5EF4-FFF2-40B4-BE49-F238E27FC236}">
                <a16:creationId xmlns:a16="http://schemas.microsoft.com/office/drawing/2014/main" id="{5A95E987-1BAB-5DE6-3A52-75935C62985E}"/>
              </a:ext>
            </a:extLst>
          </p:cNvPr>
          <p:cNvSpPr>
            <a:spLocks noGrp="1"/>
          </p:cNvSpPr>
          <p:nvPr>
            <p:ph idx="18"/>
          </p:nvPr>
        </p:nvSpPr>
        <p:spPr>
          <a:xfrm>
            <a:off x="8243137" y="1543322"/>
            <a:ext cx="3507565" cy="4390337"/>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3">
            <a:extLst>
              <a:ext uri="{FF2B5EF4-FFF2-40B4-BE49-F238E27FC236}">
                <a16:creationId xmlns:a16="http://schemas.microsoft.com/office/drawing/2014/main" id="{5CA31FF2-2F1A-7D0F-36B0-1773F6A9AB34}"/>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5" name="Slide Number Placeholder 4">
            <a:extLst>
              <a:ext uri="{FF2B5EF4-FFF2-40B4-BE49-F238E27FC236}">
                <a16:creationId xmlns:a16="http://schemas.microsoft.com/office/drawing/2014/main" id="{E377EB8B-3A4C-F880-133B-94D59A7B36B8}"/>
              </a:ext>
            </a:extLst>
          </p:cNvPr>
          <p:cNvSpPr>
            <a:spLocks noGrp="1"/>
          </p:cNvSpPr>
          <p:nvPr>
            <p:ph type="sldNum" sz="quarter" idx="19"/>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1681714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hoto with Copy - 2 Column">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446313" y="3652272"/>
            <a:ext cx="5469743" cy="2345757"/>
          </a:xfrm>
        </p:spPr>
        <p:txBody>
          <a:bodyPr numCol="1">
            <a:noAutofit/>
          </a:bodyPr>
          <a:lstStyle>
            <a:lvl1pPr marL="285750" indent="-285750" algn="l" fontAlgn="t">
              <a:buFont typeface="Wingdings" pitchFamily="2" charset="2"/>
              <a:buChar char="§"/>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pic>
        <p:nvPicPr>
          <p:cNvPr id="4" name="Purdue Logo" descr="Purdue Logo">
            <a:extLst>
              <a:ext uri="{FF2B5EF4-FFF2-40B4-BE49-F238E27FC236}">
                <a16:creationId xmlns:a16="http://schemas.microsoft.com/office/drawing/2014/main" id="{D337403E-4A63-3B42-FC84-47BAEDD7A75E}"/>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2" name="Picture Placeholder 2">
            <a:extLst>
              <a:ext uri="{FF2B5EF4-FFF2-40B4-BE49-F238E27FC236}">
                <a16:creationId xmlns:a16="http://schemas.microsoft.com/office/drawing/2014/main" id="{EC508144-F984-C37C-90F6-AA8C545F3DA9}"/>
              </a:ext>
            </a:extLst>
          </p:cNvPr>
          <p:cNvSpPr>
            <a:spLocks noGrp="1"/>
          </p:cNvSpPr>
          <p:nvPr>
            <p:ph type="pic" idx="1"/>
          </p:nvPr>
        </p:nvSpPr>
        <p:spPr>
          <a:xfrm>
            <a:off x="446311" y="1543323"/>
            <a:ext cx="5469745"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3" name="Picture Placeholder 2">
            <a:extLst>
              <a:ext uri="{FF2B5EF4-FFF2-40B4-BE49-F238E27FC236}">
                <a16:creationId xmlns:a16="http://schemas.microsoft.com/office/drawing/2014/main" id="{35480D7F-9BE0-34B6-0080-2DFC58123F3E}"/>
              </a:ext>
            </a:extLst>
          </p:cNvPr>
          <p:cNvSpPr>
            <a:spLocks noGrp="1"/>
          </p:cNvSpPr>
          <p:nvPr>
            <p:ph type="pic" idx="14"/>
          </p:nvPr>
        </p:nvSpPr>
        <p:spPr>
          <a:xfrm>
            <a:off x="6275945" y="1543323"/>
            <a:ext cx="5458727"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Text Placeholder 11">
            <a:extLst>
              <a:ext uri="{FF2B5EF4-FFF2-40B4-BE49-F238E27FC236}">
                <a16:creationId xmlns:a16="http://schemas.microsoft.com/office/drawing/2014/main" id="{710C66FF-C32F-9EF8-4FBC-44E08230B658}"/>
              </a:ext>
            </a:extLst>
          </p:cNvPr>
          <p:cNvSpPr>
            <a:spLocks noGrp="1"/>
          </p:cNvSpPr>
          <p:nvPr>
            <p:ph type="body" sz="quarter" idx="15"/>
          </p:nvPr>
        </p:nvSpPr>
        <p:spPr>
          <a:xfrm>
            <a:off x="6264929" y="3652271"/>
            <a:ext cx="5469743" cy="2345757"/>
          </a:xfrm>
        </p:spPr>
        <p:txBody>
          <a:bodyPr numCol="1">
            <a:noAutofit/>
          </a:bodyPr>
          <a:lstStyle>
            <a:lvl1pPr marL="285750" indent="-285750" algn="l" fontAlgn="t">
              <a:buFont typeface="Wingdings" pitchFamily="2" charset="2"/>
              <a:buChar char="§"/>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5" name="Slide Number Placeholder 4">
            <a:extLst>
              <a:ext uri="{FF2B5EF4-FFF2-40B4-BE49-F238E27FC236}">
                <a16:creationId xmlns:a16="http://schemas.microsoft.com/office/drawing/2014/main" id="{E1A7288C-38D9-0159-D0E4-B042D466D179}"/>
              </a:ext>
            </a:extLst>
          </p:cNvPr>
          <p:cNvSpPr>
            <a:spLocks noGrp="1"/>
          </p:cNvSpPr>
          <p:nvPr>
            <p:ph type="sldNum" sz="quarter" idx="16"/>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1726685085"/>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hoto with Copy - 3 Column">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dirty="0"/>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446314" y="3652272"/>
            <a:ext cx="3534479" cy="2345757"/>
          </a:xfrm>
        </p:spPr>
        <p:txBody>
          <a:bodyPr numCol="1">
            <a:noAutofit/>
          </a:bodyPr>
          <a:lstStyle>
            <a:lvl1pPr marL="285750" indent="-285750" algn="l" fontAlgn="t">
              <a:buFont typeface="Wingdings" pitchFamily="2" charset="2"/>
              <a:buChar char="§"/>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pic>
        <p:nvPicPr>
          <p:cNvPr id="4" name="Purdue Logo" descr="Purdue Logo">
            <a:extLst>
              <a:ext uri="{FF2B5EF4-FFF2-40B4-BE49-F238E27FC236}">
                <a16:creationId xmlns:a16="http://schemas.microsoft.com/office/drawing/2014/main" id="{D337403E-4A63-3B42-FC84-47BAEDD7A75E}"/>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2" name="Picture Placeholder 2">
            <a:extLst>
              <a:ext uri="{FF2B5EF4-FFF2-40B4-BE49-F238E27FC236}">
                <a16:creationId xmlns:a16="http://schemas.microsoft.com/office/drawing/2014/main" id="{EC508144-F984-C37C-90F6-AA8C545F3DA9}"/>
              </a:ext>
            </a:extLst>
          </p:cNvPr>
          <p:cNvSpPr>
            <a:spLocks noGrp="1"/>
          </p:cNvSpPr>
          <p:nvPr>
            <p:ph type="pic" idx="1"/>
          </p:nvPr>
        </p:nvSpPr>
        <p:spPr>
          <a:xfrm>
            <a:off x="446312" y="1543323"/>
            <a:ext cx="3534479"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3" name="Picture Placeholder 2">
            <a:extLst>
              <a:ext uri="{FF2B5EF4-FFF2-40B4-BE49-F238E27FC236}">
                <a16:creationId xmlns:a16="http://schemas.microsoft.com/office/drawing/2014/main" id="{35480D7F-9BE0-34B6-0080-2DFC58123F3E}"/>
              </a:ext>
            </a:extLst>
          </p:cNvPr>
          <p:cNvSpPr>
            <a:spLocks noGrp="1"/>
          </p:cNvSpPr>
          <p:nvPr>
            <p:ph type="pic" idx="14"/>
          </p:nvPr>
        </p:nvSpPr>
        <p:spPr>
          <a:xfrm>
            <a:off x="4336974" y="1543324"/>
            <a:ext cx="3527360"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Text Placeholder 11">
            <a:extLst>
              <a:ext uri="{FF2B5EF4-FFF2-40B4-BE49-F238E27FC236}">
                <a16:creationId xmlns:a16="http://schemas.microsoft.com/office/drawing/2014/main" id="{710C66FF-C32F-9EF8-4FBC-44E08230B658}"/>
              </a:ext>
            </a:extLst>
          </p:cNvPr>
          <p:cNvSpPr>
            <a:spLocks noGrp="1"/>
          </p:cNvSpPr>
          <p:nvPr>
            <p:ph type="body" sz="quarter" idx="15"/>
          </p:nvPr>
        </p:nvSpPr>
        <p:spPr>
          <a:xfrm>
            <a:off x="4325959" y="3652272"/>
            <a:ext cx="3534479" cy="2345757"/>
          </a:xfrm>
        </p:spPr>
        <p:txBody>
          <a:bodyPr numCol="1">
            <a:noAutofit/>
          </a:bodyPr>
          <a:lstStyle>
            <a:lvl1pPr marL="285750" indent="-285750" algn="l" fontAlgn="t">
              <a:buFont typeface="Wingdings" pitchFamily="2" charset="2"/>
              <a:buChar char="§"/>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9" name="Picture Placeholder 2">
            <a:extLst>
              <a:ext uri="{FF2B5EF4-FFF2-40B4-BE49-F238E27FC236}">
                <a16:creationId xmlns:a16="http://schemas.microsoft.com/office/drawing/2014/main" id="{5D5694FC-6767-0363-8F8C-4C8AEA0C5DCC}"/>
              </a:ext>
            </a:extLst>
          </p:cNvPr>
          <p:cNvSpPr>
            <a:spLocks noGrp="1"/>
          </p:cNvSpPr>
          <p:nvPr>
            <p:ph type="pic" idx="16"/>
          </p:nvPr>
        </p:nvSpPr>
        <p:spPr>
          <a:xfrm>
            <a:off x="8205605" y="1532307"/>
            <a:ext cx="3527360"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 Placeholder 11">
            <a:extLst>
              <a:ext uri="{FF2B5EF4-FFF2-40B4-BE49-F238E27FC236}">
                <a16:creationId xmlns:a16="http://schemas.microsoft.com/office/drawing/2014/main" id="{347E27B2-1DE2-3469-81EF-9EBD7DC7AFBA}"/>
              </a:ext>
            </a:extLst>
          </p:cNvPr>
          <p:cNvSpPr>
            <a:spLocks noGrp="1"/>
          </p:cNvSpPr>
          <p:nvPr>
            <p:ph type="body" sz="quarter" idx="17"/>
          </p:nvPr>
        </p:nvSpPr>
        <p:spPr>
          <a:xfrm>
            <a:off x="8194590" y="3641255"/>
            <a:ext cx="3534479" cy="2345757"/>
          </a:xfrm>
        </p:spPr>
        <p:txBody>
          <a:bodyPr numCol="1">
            <a:noAutofit/>
          </a:bodyPr>
          <a:lstStyle>
            <a:lvl1pPr marL="285750" indent="-285750" algn="l" fontAlgn="t">
              <a:buFont typeface="Wingdings" pitchFamily="2" charset="2"/>
              <a:buChar char="§"/>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5" name="Slide Number Placeholder 4">
            <a:extLst>
              <a:ext uri="{FF2B5EF4-FFF2-40B4-BE49-F238E27FC236}">
                <a16:creationId xmlns:a16="http://schemas.microsoft.com/office/drawing/2014/main" id="{4647B2B3-AD22-934B-7901-EF00010BA35F}"/>
              </a:ext>
            </a:extLst>
          </p:cNvPr>
          <p:cNvSpPr>
            <a:spLocks noGrp="1"/>
          </p:cNvSpPr>
          <p:nvPr>
            <p:ph type="sldNum" sz="quarter" idx="18"/>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2460767190"/>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27402-16CB-60F1-259A-4E1A16194431}"/>
              </a:ext>
            </a:extLst>
          </p:cNvPr>
          <p:cNvSpPr>
            <a:spLocks noGrp="1"/>
          </p:cNvSpPr>
          <p:nvPr>
            <p:ph type="title"/>
          </p:nvPr>
        </p:nvSpPr>
        <p:spPr>
          <a:xfrm>
            <a:off x="457202" y="457200"/>
            <a:ext cx="4314823" cy="964096"/>
          </a:xfrm>
        </p:spPr>
        <p:txBody>
          <a:bodyPr anchor="b"/>
          <a:lstStyle>
            <a:lvl1pPr>
              <a:defRPr sz="32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B9889552-EB9F-6D72-9130-E107C02C22F6}"/>
              </a:ext>
            </a:extLst>
          </p:cNvPr>
          <p:cNvSpPr>
            <a:spLocks noGrp="1"/>
          </p:cNvSpPr>
          <p:nvPr>
            <p:ph type="body" sz="half" idx="2"/>
          </p:nvPr>
        </p:nvSpPr>
        <p:spPr>
          <a:xfrm>
            <a:off x="457202" y="1570383"/>
            <a:ext cx="4314823" cy="429860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Content Placeholder 2">
            <a:extLst>
              <a:ext uri="{FF2B5EF4-FFF2-40B4-BE49-F238E27FC236}">
                <a16:creationId xmlns:a16="http://schemas.microsoft.com/office/drawing/2014/main" id="{C5F6EAB8-D2BB-0BDE-C7AC-895B69CA533E}"/>
              </a:ext>
            </a:extLst>
          </p:cNvPr>
          <p:cNvSpPr>
            <a:spLocks noGrp="1"/>
          </p:cNvSpPr>
          <p:nvPr>
            <p:ph idx="1"/>
          </p:nvPr>
        </p:nvSpPr>
        <p:spPr>
          <a:xfrm>
            <a:off x="5071871" y="457200"/>
            <a:ext cx="6662927" cy="5411788"/>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urdue Logo" descr="Purdue Logo">
            <a:extLst>
              <a:ext uri="{FF2B5EF4-FFF2-40B4-BE49-F238E27FC236}">
                <a16:creationId xmlns:a16="http://schemas.microsoft.com/office/drawing/2014/main" id="{821C840C-3AA9-6493-3A9D-CE82D8D49211}"/>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6" name="Slide Number Placeholder 5">
            <a:extLst>
              <a:ext uri="{FF2B5EF4-FFF2-40B4-BE49-F238E27FC236}">
                <a16:creationId xmlns:a16="http://schemas.microsoft.com/office/drawing/2014/main" id="{A8C6DC60-EE89-734D-242E-5043417AC8BC}"/>
              </a:ext>
            </a:extLst>
          </p:cNvPr>
          <p:cNvSpPr>
            <a:spLocks noGrp="1"/>
          </p:cNvSpPr>
          <p:nvPr>
            <p:ph type="sldNum" sz="quarter" idx="10"/>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4062900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hoto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99A83-2C12-9A72-A547-B9374C1072DC}"/>
              </a:ext>
            </a:extLst>
          </p:cNvPr>
          <p:cNvSpPr>
            <a:spLocks noGrp="1"/>
          </p:cNvSpPr>
          <p:nvPr>
            <p:ph type="title"/>
          </p:nvPr>
        </p:nvSpPr>
        <p:spPr>
          <a:xfrm>
            <a:off x="446314" y="470037"/>
            <a:ext cx="4325711" cy="1034775"/>
          </a:xfrm>
        </p:spPr>
        <p:txBody>
          <a:bodyPr anchor="b"/>
          <a:lstStyle>
            <a:lvl1pPr fontAlgn="t">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5183188" y="470037"/>
            <a:ext cx="6562498" cy="5391013"/>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69A59AA2-58AF-A659-F919-8BDA04ADA496}"/>
              </a:ext>
            </a:extLst>
          </p:cNvPr>
          <p:cNvSpPr>
            <a:spLocks noGrp="1"/>
          </p:cNvSpPr>
          <p:nvPr>
            <p:ph type="body" sz="half" idx="2"/>
          </p:nvPr>
        </p:nvSpPr>
        <p:spPr>
          <a:xfrm>
            <a:off x="446314" y="1759226"/>
            <a:ext cx="4325711" cy="4086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Purdue Logo" descr="Purdue Logo">
            <a:extLst>
              <a:ext uri="{FF2B5EF4-FFF2-40B4-BE49-F238E27FC236}">
                <a16:creationId xmlns:a16="http://schemas.microsoft.com/office/drawing/2014/main" id="{0369561B-6E0A-309C-13AF-C89F6E6E2397}"/>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6" name="Slide Number Placeholder 5">
            <a:extLst>
              <a:ext uri="{FF2B5EF4-FFF2-40B4-BE49-F238E27FC236}">
                <a16:creationId xmlns:a16="http://schemas.microsoft.com/office/drawing/2014/main" id="{61DDC806-6E08-B58A-6B09-ECD209B759DB}"/>
              </a:ext>
            </a:extLst>
          </p:cNvPr>
          <p:cNvSpPr>
            <a:spLocks noGrp="1"/>
          </p:cNvSpPr>
          <p:nvPr>
            <p:ph type="sldNum" sz="quarter" idx="10"/>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34333543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446313" y="1543323"/>
            <a:ext cx="5458727" cy="431772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pic>
        <p:nvPicPr>
          <p:cNvPr id="9" name="Purdue Logo" descr="Purdue Logo">
            <a:extLst>
              <a:ext uri="{FF2B5EF4-FFF2-40B4-BE49-F238E27FC236}">
                <a16:creationId xmlns:a16="http://schemas.microsoft.com/office/drawing/2014/main" id="{0369561B-6E0A-309C-13AF-C89F6E6E2397}"/>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5" name="Title 4">
            <a:extLst>
              <a:ext uri="{FF2B5EF4-FFF2-40B4-BE49-F238E27FC236}">
                <a16:creationId xmlns:a16="http://schemas.microsoft.com/office/drawing/2014/main" id="{B7832766-AA56-63AE-E2AA-9A2947343D87}"/>
              </a:ext>
            </a:extLst>
          </p:cNvPr>
          <p:cNvSpPr>
            <a:spLocks noGrp="1"/>
          </p:cNvSpPr>
          <p:nvPr>
            <p:ph type="title"/>
          </p:nvPr>
        </p:nvSpPr>
        <p:spPr/>
        <p:txBody>
          <a:bodyPr/>
          <a:lstStyle/>
          <a:p>
            <a:r>
              <a:rPr lang="en-US"/>
              <a:t>Click to edit Master title style</a:t>
            </a:r>
          </a:p>
        </p:txBody>
      </p:sp>
      <p:sp>
        <p:nvSpPr>
          <p:cNvPr id="10" name="Picture Placeholder 2">
            <a:extLst>
              <a:ext uri="{FF2B5EF4-FFF2-40B4-BE49-F238E27FC236}">
                <a16:creationId xmlns:a16="http://schemas.microsoft.com/office/drawing/2014/main" id="{CF92D672-5C11-B647-ADA7-722837BA86C0}"/>
              </a:ext>
            </a:extLst>
          </p:cNvPr>
          <p:cNvSpPr>
            <a:spLocks noGrp="1"/>
          </p:cNvSpPr>
          <p:nvPr>
            <p:ph type="pic" idx="12"/>
          </p:nvPr>
        </p:nvSpPr>
        <p:spPr>
          <a:xfrm>
            <a:off x="6286962" y="1543323"/>
            <a:ext cx="5458727" cy="431772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Text Placeholder 13">
            <a:extLst>
              <a:ext uri="{FF2B5EF4-FFF2-40B4-BE49-F238E27FC236}">
                <a16:creationId xmlns:a16="http://schemas.microsoft.com/office/drawing/2014/main" id="{6AFB8997-E903-BD34-CBB7-A70F3BD090A1}"/>
              </a:ext>
            </a:extLst>
          </p:cNvPr>
          <p:cNvSpPr>
            <a:spLocks noGrp="1"/>
          </p:cNvSpPr>
          <p:nvPr>
            <p:ph type="body" sz="quarter" idx="13"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4" name="Slide Number Placeholder 3">
            <a:extLst>
              <a:ext uri="{FF2B5EF4-FFF2-40B4-BE49-F238E27FC236}">
                <a16:creationId xmlns:a16="http://schemas.microsoft.com/office/drawing/2014/main" id="{70480C45-204B-0517-4FC2-236945E741BF}"/>
              </a:ext>
            </a:extLst>
          </p:cNvPr>
          <p:cNvSpPr>
            <a:spLocks noGrp="1"/>
          </p:cNvSpPr>
          <p:nvPr>
            <p:ph type="sldNum" sz="quarter" idx="14"/>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159417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py with 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468086" y="1543323"/>
            <a:ext cx="5862679"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69A59AA2-58AF-A659-F919-8BDA04ADA496}"/>
              </a:ext>
            </a:extLst>
          </p:cNvPr>
          <p:cNvSpPr>
            <a:spLocks noGrp="1"/>
          </p:cNvSpPr>
          <p:nvPr>
            <p:ph type="body" sz="half" idx="2"/>
          </p:nvPr>
        </p:nvSpPr>
        <p:spPr>
          <a:xfrm>
            <a:off x="6615759" y="1543322"/>
            <a:ext cx="5129927" cy="430757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Purdue Logo" descr="Purdue Logo">
            <a:extLst>
              <a:ext uri="{FF2B5EF4-FFF2-40B4-BE49-F238E27FC236}">
                <a16:creationId xmlns:a16="http://schemas.microsoft.com/office/drawing/2014/main" id="{0369561B-6E0A-309C-13AF-C89F6E6E2397}"/>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p>
            <a:r>
              <a:rPr lang="en-US"/>
              <a:t>Click to edit Master title style</a:t>
            </a:r>
          </a:p>
        </p:txBody>
      </p:sp>
      <p:sp>
        <p:nvSpPr>
          <p:cNvPr id="10" name="Picture Placeholder 2">
            <a:extLst>
              <a:ext uri="{FF2B5EF4-FFF2-40B4-BE49-F238E27FC236}">
                <a16:creationId xmlns:a16="http://schemas.microsoft.com/office/drawing/2014/main" id="{0492B2E6-F25A-DAD4-50C4-028EE4F9F201}"/>
              </a:ext>
            </a:extLst>
          </p:cNvPr>
          <p:cNvSpPr>
            <a:spLocks noGrp="1"/>
          </p:cNvSpPr>
          <p:nvPr>
            <p:ph type="pic" idx="13"/>
          </p:nvPr>
        </p:nvSpPr>
        <p:spPr>
          <a:xfrm>
            <a:off x="3486577" y="3795304"/>
            <a:ext cx="2844188"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Picture Placeholder 2">
            <a:extLst>
              <a:ext uri="{FF2B5EF4-FFF2-40B4-BE49-F238E27FC236}">
                <a16:creationId xmlns:a16="http://schemas.microsoft.com/office/drawing/2014/main" id="{E4F1D849-D57F-29CA-A61A-410807726101}"/>
              </a:ext>
            </a:extLst>
          </p:cNvPr>
          <p:cNvSpPr>
            <a:spLocks noGrp="1"/>
          </p:cNvSpPr>
          <p:nvPr>
            <p:ph type="pic" idx="14"/>
          </p:nvPr>
        </p:nvSpPr>
        <p:spPr>
          <a:xfrm>
            <a:off x="468086" y="3795304"/>
            <a:ext cx="2844188" cy="2055592"/>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2" name="Text Placeholder 13">
            <a:extLst>
              <a:ext uri="{FF2B5EF4-FFF2-40B4-BE49-F238E27FC236}">
                <a16:creationId xmlns:a16="http://schemas.microsoft.com/office/drawing/2014/main" id="{6AB35901-94D3-C7C4-1CE7-B31E29C657CD}"/>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6" name="Slide Number Placeholder 5">
            <a:extLst>
              <a:ext uri="{FF2B5EF4-FFF2-40B4-BE49-F238E27FC236}">
                <a16:creationId xmlns:a16="http://schemas.microsoft.com/office/drawing/2014/main" id="{ADA3C43D-3312-15BB-B055-F99C088EB6F8}"/>
              </a:ext>
            </a:extLst>
          </p:cNvPr>
          <p:cNvSpPr>
            <a:spLocks noGrp="1"/>
          </p:cNvSpPr>
          <p:nvPr>
            <p:ph type="sldNum" sz="quarter" idx="16"/>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15882444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s with Cap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9A59AA2-58AF-A659-F919-8BDA04ADA496}"/>
              </a:ext>
            </a:extLst>
          </p:cNvPr>
          <p:cNvSpPr>
            <a:spLocks noGrp="1"/>
          </p:cNvSpPr>
          <p:nvPr>
            <p:ph type="body" sz="half" idx="2"/>
          </p:nvPr>
        </p:nvSpPr>
        <p:spPr>
          <a:xfrm>
            <a:off x="435428" y="3253121"/>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Purdue Logo" descr="Purdue Logo">
            <a:extLst>
              <a:ext uri="{FF2B5EF4-FFF2-40B4-BE49-F238E27FC236}">
                <a16:creationId xmlns:a16="http://schemas.microsoft.com/office/drawing/2014/main" id="{0369561B-6E0A-309C-13AF-C89F6E6E2397}"/>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p>
            <a:r>
              <a:rPr lang="en-US"/>
              <a:t>Click to edit Master title style</a:t>
            </a:r>
          </a:p>
        </p:txBody>
      </p:sp>
      <p:sp>
        <p:nvSpPr>
          <p:cNvPr id="11" name="Picture Placeholder 2">
            <a:extLst>
              <a:ext uri="{FF2B5EF4-FFF2-40B4-BE49-F238E27FC236}">
                <a16:creationId xmlns:a16="http://schemas.microsoft.com/office/drawing/2014/main" id="{E4F1D849-D57F-29CA-A61A-410807726101}"/>
              </a:ext>
            </a:extLst>
          </p:cNvPr>
          <p:cNvSpPr>
            <a:spLocks noGrp="1"/>
          </p:cNvSpPr>
          <p:nvPr>
            <p:ph type="pic" idx="14"/>
          </p:nvPr>
        </p:nvSpPr>
        <p:spPr>
          <a:xfrm>
            <a:off x="457200" y="1367317"/>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Picture Placeholder 2">
            <a:extLst>
              <a:ext uri="{FF2B5EF4-FFF2-40B4-BE49-F238E27FC236}">
                <a16:creationId xmlns:a16="http://schemas.microsoft.com/office/drawing/2014/main" id="{60A3B0E8-AC0D-A169-37E3-2D123D6EBF24}"/>
              </a:ext>
            </a:extLst>
          </p:cNvPr>
          <p:cNvSpPr>
            <a:spLocks noGrp="1"/>
          </p:cNvSpPr>
          <p:nvPr>
            <p:ph type="pic" idx="16"/>
          </p:nvPr>
        </p:nvSpPr>
        <p:spPr>
          <a:xfrm>
            <a:off x="4325104" y="1367317"/>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3" name="Picture Placeholder 2">
            <a:extLst>
              <a:ext uri="{FF2B5EF4-FFF2-40B4-BE49-F238E27FC236}">
                <a16:creationId xmlns:a16="http://schemas.microsoft.com/office/drawing/2014/main" id="{640970D8-E511-89A8-FC5C-6DB37485ADE3}"/>
              </a:ext>
            </a:extLst>
          </p:cNvPr>
          <p:cNvSpPr>
            <a:spLocks noGrp="1"/>
          </p:cNvSpPr>
          <p:nvPr>
            <p:ph type="pic" idx="17"/>
          </p:nvPr>
        </p:nvSpPr>
        <p:spPr>
          <a:xfrm>
            <a:off x="8181729" y="1367317"/>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4" name="Text Placeholder 3">
            <a:extLst>
              <a:ext uri="{FF2B5EF4-FFF2-40B4-BE49-F238E27FC236}">
                <a16:creationId xmlns:a16="http://schemas.microsoft.com/office/drawing/2014/main" id="{6B04B79A-B4BD-0306-3D46-D570E1F51CA6}"/>
              </a:ext>
            </a:extLst>
          </p:cNvPr>
          <p:cNvSpPr>
            <a:spLocks noGrp="1"/>
          </p:cNvSpPr>
          <p:nvPr>
            <p:ph type="body" sz="half" idx="18"/>
          </p:nvPr>
        </p:nvSpPr>
        <p:spPr>
          <a:xfrm>
            <a:off x="4303332" y="3253121"/>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5" name="Text Placeholder 3">
            <a:extLst>
              <a:ext uri="{FF2B5EF4-FFF2-40B4-BE49-F238E27FC236}">
                <a16:creationId xmlns:a16="http://schemas.microsoft.com/office/drawing/2014/main" id="{450B4796-C4B7-C272-5ADD-7D6C896B703E}"/>
              </a:ext>
            </a:extLst>
          </p:cNvPr>
          <p:cNvSpPr>
            <a:spLocks noGrp="1"/>
          </p:cNvSpPr>
          <p:nvPr>
            <p:ph type="body" sz="half" idx="19"/>
          </p:nvPr>
        </p:nvSpPr>
        <p:spPr>
          <a:xfrm>
            <a:off x="8181729" y="3253121"/>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2" name="Text Placeholder 3">
            <a:extLst>
              <a:ext uri="{FF2B5EF4-FFF2-40B4-BE49-F238E27FC236}">
                <a16:creationId xmlns:a16="http://schemas.microsoft.com/office/drawing/2014/main" id="{4633AE4D-056F-FC97-1F10-877F247AB319}"/>
              </a:ext>
            </a:extLst>
          </p:cNvPr>
          <p:cNvSpPr>
            <a:spLocks noGrp="1"/>
          </p:cNvSpPr>
          <p:nvPr>
            <p:ph type="body" sz="half" idx="20"/>
          </p:nvPr>
        </p:nvSpPr>
        <p:spPr>
          <a:xfrm>
            <a:off x="413656" y="5656648"/>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3" name="Picture Placeholder 2">
            <a:extLst>
              <a:ext uri="{FF2B5EF4-FFF2-40B4-BE49-F238E27FC236}">
                <a16:creationId xmlns:a16="http://schemas.microsoft.com/office/drawing/2014/main" id="{19716662-3C77-F831-E45C-F9EA49810F58}"/>
              </a:ext>
            </a:extLst>
          </p:cNvPr>
          <p:cNvSpPr>
            <a:spLocks noGrp="1"/>
          </p:cNvSpPr>
          <p:nvPr>
            <p:ph type="pic" idx="21"/>
          </p:nvPr>
        </p:nvSpPr>
        <p:spPr>
          <a:xfrm>
            <a:off x="435428" y="3770844"/>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4" name="Picture Placeholder 2">
            <a:extLst>
              <a:ext uri="{FF2B5EF4-FFF2-40B4-BE49-F238E27FC236}">
                <a16:creationId xmlns:a16="http://schemas.microsoft.com/office/drawing/2014/main" id="{1ED1A14F-5E0D-476E-9C60-BD987EFC4940}"/>
              </a:ext>
            </a:extLst>
          </p:cNvPr>
          <p:cNvSpPr>
            <a:spLocks noGrp="1"/>
          </p:cNvSpPr>
          <p:nvPr>
            <p:ph type="pic" idx="22"/>
          </p:nvPr>
        </p:nvSpPr>
        <p:spPr>
          <a:xfrm>
            <a:off x="4303332" y="3770844"/>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5" name="Picture Placeholder 2">
            <a:extLst>
              <a:ext uri="{FF2B5EF4-FFF2-40B4-BE49-F238E27FC236}">
                <a16:creationId xmlns:a16="http://schemas.microsoft.com/office/drawing/2014/main" id="{A0003A4C-26CB-DD7F-0B22-024AFB58DC67}"/>
              </a:ext>
            </a:extLst>
          </p:cNvPr>
          <p:cNvSpPr>
            <a:spLocks noGrp="1"/>
          </p:cNvSpPr>
          <p:nvPr>
            <p:ph type="pic" idx="23"/>
          </p:nvPr>
        </p:nvSpPr>
        <p:spPr>
          <a:xfrm>
            <a:off x="8193008" y="3770844"/>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6" name="Text Placeholder 3">
            <a:extLst>
              <a:ext uri="{FF2B5EF4-FFF2-40B4-BE49-F238E27FC236}">
                <a16:creationId xmlns:a16="http://schemas.microsoft.com/office/drawing/2014/main" id="{08CE8D58-56A2-6AE5-AB18-C53F4134DD88}"/>
              </a:ext>
            </a:extLst>
          </p:cNvPr>
          <p:cNvSpPr>
            <a:spLocks noGrp="1"/>
          </p:cNvSpPr>
          <p:nvPr>
            <p:ph type="body" sz="half" idx="24"/>
          </p:nvPr>
        </p:nvSpPr>
        <p:spPr>
          <a:xfrm>
            <a:off x="4281560" y="5656648"/>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7A4C2D1F-1A58-AC60-F606-B816E5F23FFF}"/>
              </a:ext>
            </a:extLst>
          </p:cNvPr>
          <p:cNvSpPr>
            <a:spLocks noGrp="1"/>
          </p:cNvSpPr>
          <p:nvPr>
            <p:ph type="body" sz="half" idx="25"/>
          </p:nvPr>
        </p:nvSpPr>
        <p:spPr>
          <a:xfrm>
            <a:off x="8193008" y="5656648"/>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Text Placeholder 13">
            <a:extLst>
              <a:ext uri="{FF2B5EF4-FFF2-40B4-BE49-F238E27FC236}">
                <a16:creationId xmlns:a16="http://schemas.microsoft.com/office/drawing/2014/main" id="{924D92CB-DB6C-EEE8-BDA7-E3D7B0643641}"/>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7" name="Slide Number Placeholder 6">
            <a:extLst>
              <a:ext uri="{FF2B5EF4-FFF2-40B4-BE49-F238E27FC236}">
                <a16:creationId xmlns:a16="http://schemas.microsoft.com/office/drawing/2014/main" id="{720A2560-8530-94AA-9E7F-F5A56AB4E3D7}"/>
              </a:ext>
            </a:extLst>
          </p:cNvPr>
          <p:cNvSpPr>
            <a:spLocks noGrp="1"/>
          </p:cNvSpPr>
          <p:nvPr>
            <p:ph type="sldNum" sz="quarter" idx="26"/>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27503303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hoto Collage">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pic>
        <p:nvPicPr>
          <p:cNvPr id="4" name="Purdue Logo" descr="Purdue Logo">
            <a:extLst>
              <a:ext uri="{FF2B5EF4-FFF2-40B4-BE49-F238E27FC236}">
                <a16:creationId xmlns:a16="http://schemas.microsoft.com/office/drawing/2014/main" id="{D337403E-4A63-3B42-FC84-47BAEDD7A75E}"/>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2" name="Picture Placeholder 2">
            <a:extLst>
              <a:ext uri="{FF2B5EF4-FFF2-40B4-BE49-F238E27FC236}">
                <a16:creationId xmlns:a16="http://schemas.microsoft.com/office/drawing/2014/main" id="{EC508144-F984-C37C-90F6-AA8C545F3DA9}"/>
              </a:ext>
            </a:extLst>
          </p:cNvPr>
          <p:cNvSpPr>
            <a:spLocks noGrp="1"/>
          </p:cNvSpPr>
          <p:nvPr>
            <p:ph type="pic" idx="1"/>
          </p:nvPr>
        </p:nvSpPr>
        <p:spPr>
          <a:xfrm>
            <a:off x="446314" y="1542762"/>
            <a:ext cx="2611015"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3" name="Picture Placeholder 2">
            <a:extLst>
              <a:ext uri="{FF2B5EF4-FFF2-40B4-BE49-F238E27FC236}">
                <a16:creationId xmlns:a16="http://schemas.microsoft.com/office/drawing/2014/main" id="{35480D7F-9BE0-34B6-0080-2DFC58123F3E}"/>
              </a:ext>
            </a:extLst>
          </p:cNvPr>
          <p:cNvSpPr>
            <a:spLocks noGrp="1"/>
          </p:cNvSpPr>
          <p:nvPr>
            <p:ph type="pic" idx="14"/>
          </p:nvPr>
        </p:nvSpPr>
        <p:spPr>
          <a:xfrm>
            <a:off x="3344063" y="1542762"/>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9" name="Picture Placeholder 2">
            <a:extLst>
              <a:ext uri="{FF2B5EF4-FFF2-40B4-BE49-F238E27FC236}">
                <a16:creationId xmlns:a16="http://schemas.microsoft.com/office/drawing/2014/main" id="{5D5694FC-6767-0363-8F8C-4C8AEA0C5DCC}"/>
              </a:ext>
            </a:extLst>
          </p:cNvPr>
          <p:cNvSpPr>
            <a:spLocks noGrp="1"/>
          </p:cNvSpPr>
          <p:nvPr>
            <p:ph type="pic" idx="16"/>
          </p:nvPr>
        </p:nvSpPr>
        <p:spPr>
          <a:xfrm>
            <a:off x="6236553" y="1542762"/>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Picture Placeholder 2">
            <a:extLst>
              <a:ext uri="{FF2B5EF4-FFF2-40B4-BE49-F238E27FC236}">
                <a16:creationId xmlns:a16="http://schemas.microsoft.com/office/drawing/2014/main" id="{6223A017-A902-92C1-8A99-7D45B08D860D}"/>
              </a:ext>
            </a:extLst>
          </p:cNvPr>
          <p:cNvSpPr>
            <a:spLocks noGrp="1"/>
          </p:cNvSpPr>
          <p:nvPr>
            <p:ph type="pic" idx="17"/>
          </p:nvPr>
        </p:nvSpPr>
        <p:spPr>
          <a:xfrm>
            <a:off x="9129043" y="1542762"/>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5" name="Picture Placeholder 2">
            <a:extLst>
              <a:ext uri="{FF2B5EF4-FFF2-40B4-BE49-F238E27FC236}">
                <a16:creationId xmlns:a16="http://schemas.microsoft.com/office/drawing/2014/main" id="{FE352EAA-3DC6-450E-518D-B55638975ECE}"/>
              </a:ext>
            </a:extLst>
          </p:cNvPr>
          <p:cNvSpPr>
            <a:spLocks noGrp="1"/>
          </p:cNvSpPr>
          <p:nvPr>
            <p:ph type="pic" idx="18"/>
          </p:nvPr>
        </p:nvSpPr>
        <p:spPr>
          <a:xfrm>
            <a:off x="1843620" y="3651150"/>
            <a:ext cx="2611015"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6" name="Picture Placeholder 2">
            <a:extLst>
              <a:ext uri="{FF2B5EF4-FFF2-40B4-BE49-F238E27FC236}">
                <a16:creationId xmlns:a16="http://schemas.microsoft.com/office/drawing/2014/main" id="{1E5E3807-051E-4D4B-1143-A6B4BDDBB5D8}"/>
              </a:ext>
            </a:extLst>
          </p:cNvPr>
          <p:cNvSpPr>
            <a:spLocks noGrp="1"/>
          </p:cNvSpPr>
          <p:nvPr>
            <p:ph type="pic" idx="19"/>
          </p:nvPr>
        </p:nvSpPr>
        <p:spPr>
          <a:xfrm>
            <a:off x="4741369" y="3651150"/>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7" name="Picture Placeholder 2">
            <a:extLst>
              <a:ext uri="{FF2B5EF4-FFF2-40B4-BE49-F238E27FC236}">
                <a16:creationId xmlns:a16="http://schemas.microsoft.com/office/drawing/2014/main" id="{9659EF4B-6B57-DE2A-B33A-D60A659CFE6D}"/>
              </a:ext>
            </a:extLst>
          </p:cNvPr>
          <p:cNvSpPr>
            <a:spLocks noGrp="1"/>
          </p:cNvSpPr>
          <p:nvPr>
            <p:ph type="pic" idx="20"/>
          </p:nvPr>
        </p:nvSpPr>
        <p:spPr>
          <a:xfrm>
            <a:off x="7633859" y="3651150"/>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91B72767-6954-6B12-1677-BE947CE88EB8}"/>
              </a:ext>
            </a:extLst>
          </p:cNvPr>
          <p:cNvSpPr>
            <a:spLocks noGrp="1"/>
          </p:cNvSpPr>
          <p:nvPr>
            <p:ph type="sldNum" sz="quarter" idx="21"/>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1689313171"/>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rt with 2 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6521986" y="1643073"/>
            <a:ext cx="5212813"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pic>
        <p:nvPicPr>
          <p:cNvPr id="9" name="Purdue Logo" descr="Purdue Logo">
            <a:extLst>
              <a:ext uri="{FF2B5EF4-FFF2-40B4-BE49-F238E27FC236}">
                <a16:creationId xmlns:a16="http://schemas.microsoft.com/office/drawing/2014/main" id="{0369561B-6E0A-309C-13AF-C89F6E6E2397}"/>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p>
            <a:r>
              <a:rPr lang="en-US"/>
              <a:t>Click to edit Master title style</a:t>
            </a:r>
          </a:p>
        </p:txBody>
      </p:sp>
      <p:sp>
        <p:nvSpPr>
          <p:cNvPr id="10" name="Picture Placeholder 2">
            <a:extLst>
              <a:ext uri="{FF2B5EF4-FFF2-40B4-BE49-F238E27FC236}">
                <a16:creationId xmlns:a16="http://schemas.microsoft.com/office/drawing/2014/main" id="{0492B2E6-F25A-DAD4-50C4-028EE4F9F201}"/>
              </a:ext>
            </a:extLst>
          </p:cNvPr>
          <p:cNvSpPr>
            <a:spLocks noGrp="1"/>
          </p:cNvSpPr>
          <p:nvPr>
            <p:ph type="pic" idx="13"/>
          </p:nvPr>
        </p:nvSpPr>
        <p:spPr>
          <a:xfrm>
            <a:off x="6521986" y="3884037"/>
            <a:ext cx="5212813"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2" name="Text Placeholder 13">
            <a:extLst>
              <a:ext uri="{FF2B5EF4-FFF2-40B4-BE49-F238E27FC236}">
                <a16:creationId xmlns:a16="http://schemas.microsoft.com/office/drawing/2014/main" id="{6AB35901-94D3-C7C4-1CE7-B31E29C657CD}"/>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2" name="Content Placeholder 2">
            <a:extLst>
              <a:ext uri="{FF2B5EF4-FFF2-40B4-BE49-F238E27FC236}">
                <a16:creationId xmlns:a16="http://schemas.microsoft.com/office/drawing/2014/main" id="{DC2C5294-0EFC-A3EC-D994-11DDCFE70D67}"/>
              </a:ext>
            </a:extLst>
          </p:cNvPr>
          <p:cNvSpPr>
            <a:spLocks noGrp="1"/>
          </p:cNvSpPr>
          <p:nvPr>
            <p:ph idx="18"/>
          </p:nvPr>
        </p:nvSpPr>
        <p:spPr>
          <a:xfrm>
            <a:off x="446315" y="1643073"/>
            <a:ext cx="5745165" cy="4307571"/>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Rectangle 5">
            <a:extLst>
              <a:ext uri="{FF2B5EF4-FFF2-40B4-BE49-F238E27FC236}">
                <a16:creationId xmlns:a16="http://schemas.microsoft.com/office/drawing/2014/main" id="{467A134D-7A3A-AD4B-91DF-57347E308706}"/>
              </a:ext>
            </a:extLst>
          </p:cNvPr>
          <p:cNvSpPr/>
          <p:nvPr userDrawn="1"/>
        </p:nvSpPr>
        <p:spPr>
          <a:xfrm>
            <a:off x="6521986" y="3395949"/>
            <a:ext cx="5212813"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Text Placeholder 3">
            <a:extLst>
              <a:ext uri="{FF2B5EF4-FFF2-40B4-BE49-F238E27FC236}">
                <a16:creationId xmlns:a16="http://schemas.microsoft.com/office/drawing/2014/main" id="{4581B053-21C8-C0AD-58C7-637A6315D1B2}"/>
              </a:ext>
            </a:extLst>
          </p:cNvPr>
          <p:cNvSpPr>
            <a:spLocks noGrp="1"/>
          </p:cNvSpPr>
          <p:nvPr>
            <p:ph type="body" sz="half" idx="2"/>
          </p:nvPr>
        </p:nvSpPr>
        <p:spPr>
          <a:xfrm>
            <a:off x="6521726" y="3395949"/>
            <a:ext cx="5212943"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7" name="Rectangle 16">
            <a:extLst>
              <a:ext uri="{FF2B5EF4-FFF2-40B4-BE49-F238E27FC236}">
                <a16:creationId xmlns:a16="http://schemas.microsoft.com/office/drawing/2014/main" id="{D8B2033E-9DB9-9A2B-D4C5-6D8960838D22}"/>
              </a:ext>
            </a:extLst>
          </p:cNvPr>
          <p:cNvSpPr/>
          <p:nvPr userDrawn="1"/>
        </p:nvSpPr>
        <p:spPr>
          <a:xfrm>
            <a:off x="6521856" y="5636913"/>
            <a:ext cx="5212813"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Text Placeholder 3">
            <a:extLst>
              <a:ext uri="{FF2B5EF4-FFF2-40B4-BE49-F238E27FC236}">
                <a16:creationId xmlns:a16="http://schemas.microsoft.com/office/drawing/2014/main" id="{F02FFCFA-A84F-7535-4A5F-29A5FC646063}"/>
              </a:ext>
            </a:extLst>
          </p:cNvPr>
          <p:cNvSpPr>
            <a:spLocks noGrp="1"/>
          </p:cNvSpPr>
          <p:nvPr>
            <p:ph type="body" sz="half" idx="19"/>
          </p:nvPr>
        </p:nvSpPr>
        <p:spPr>
          <a:xfrm>
            <a:off x="6521726" y="5636913"/>
            <a:ext cx="5212813"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Slide Number Placeholder 3">
            <a:extLst>
              <a:ext uri="{FF2B5EF4-FFF2-40B4-BE49-F238E27FC236}">
                <a16:creationId xmlns:a16="http://schemas.microsoft.com/office/drawing/2014/main" id="{E5C45827-5CB3-E873-7680-6D8C2AAB95D6}"/>
              </a:ext>
            </a:extLst>
          </p:cNvPr>
          <p:cNvSpPr>
            <a:spLocks noGrp="1"/>
          </p:cNvSpPr>
          <p:nvPr>
            <p:ph type="sldNum" sz="quarter" idx="20"/>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8855271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with 3 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6521986" y="1643073"/>
            <a:ext cx="5212813"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pic>
        <p:nvPicPr>
          <p:cNvPr id="9" name="Purdue Logo" descr="Purdue Logo">
            <a:extLst>
              <a:ext uri="{FF2B5EF4-FFF2-40B4-BE49-F238E27FC236}">
                <a16:creationId xmlns:a16="http://schemas.microsoft.com/office/drawing/2014/main" id="{0369561B-6E0A-309C-13AF-C89F6E6E2397}"/>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p>
            <a:r>
              <a:rPr lang="en-US"/>
              <a:t>Click to edit Master title style</a:t>
            </a:r>
          </a:p>
        </p:txBody>
      </p:sp>
      <p:sp>
        <p:nvSpPr>
          <p:cNvPr id="10" name="Picture Placeholder 2">
            <a:extLst>
              <a:ext uri="{FF2B5EF4-FFF2-40B4-BE49-F238E27FC236}">
                <a16:creationId xmlns:a16="http://schemas.microsoft.com/office/drawing/2014/main" id="{0492B2E6-F25A-DAD4-50C4-028EE4F9F201}"/>
              </a:ext>
            </a:extLst>
          </p:cNvPr>
          <p:cNvSpPr>
            <a:spLocks noGrp="1"/>
          </p:cNvSpPr>
          <p:nvPr>
            <p:ph type="pic" idx="13"/>
          </p:nvPr>
        </p:nvSpPr>
        <p:spPr>
          <a:xfrm>
            <a:off x="9287219" y="3884037"/>
            <a:ext cx="2447580"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Picture Placeholder 2">
            <a:extLst>
              <a:ext uri="{FF2B5EF4-FFF2-40B4-BE49-F238E27FC236}">
                <a16:creationId xmlns:a16="http://schemas.microsoft.com/office/drawing/2014/main" id="{E4F1D849-D57F-29CA-A61A-410807726101}"/>
              </a:ext>
            </a:extLst>
          </p:cNvPr>
          <p:cNvSpPr>
            <a:spLocks noGrp="1"/>
          </p:cNvSpPr>
          <p:nvPr>
            <p:ph type="pic" idx="14"/>
          </p:nvPr>
        </p:nvSpPr>
        <p:spPr>
          <a:xfrm>
            <a:off x="6521986" y="3879120"/>
            <a:ext cx="2528916" cy="2055592"/>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2" name="Text Placeholder 13">
            <a:extLst>
              <a:ext uri="{FF2B5EF4-FFF2-40B4-BE49-F238E27FC236}">
                <a16:creationId xmlns:a16="http://schemas.microsoft.com/office/drawing/2014/main" id="{6AB35901-94D3-C7C4-1CE7-B31E29C657CD}"/>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2" name="Content Placeholder 2">
            <a:extLst>
              <a:ext uri="{FF2B5EF4-FFF2-40B4-BE49-F238E27FC236}">
                <a16:creationId xmlns:a16="http://schemas.microsoft.com/office/drawing/2014/main" id="{DC2C5294-0EFC-A3EC-D994-11DDCFE70D67}"/>
              </a:ext>
            </a:extLst>
          </p:cNvPr>
          <p:cNvSpPr>
            <a:spLocks noGrp="1"/>
          </p:cNvSpPr>
          <p:nvPr>
            <p:ph idx="18"/>
          </p:nvPr>
        </p:nvSpPr>
        <p:spPr>
          <a:xfrm>
            <a:off x="446315" y="1643073"/>
            <a:ext cx="5745165" cy="4307571"/>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a:extLst>
              <a:ext uri="{FF2B5EF4-FFF2-40B4-BE49-F238E27FC236}">
                <a16:creationId xmlns:a16="http://schemas.microsoft.com/office/drawing/2014/main" id="{ECAC4E08-5A51-BF4F-655E-4E54DD771548}"/>
              </a:ext>
            </a:extLst>
          </p:cNvPr>
          <p:cNvSpPr/>
          <p:nvPr userDrawn="1"/>
        </p:nvSpPr>
        <p:spPr>
          <a:xfrm>
            <a:off x="6521986" y="3395949"/>
            <a:ext cx="5212813"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ext Placeholder 3">
            <a:extLst>
              <a:ext uri="{FF2B5EF4-FFF2-40B4-BE49-F238E27FC236}">
                <a16:creationId xmlns:a16="http://schemas.microsoft.com/office/drawing/2014/main" id="{27D80C23-74F3-F853-02BF-83C743039F6E}"/>
              </a:ext>
            </a:extLst>
          </p:cNvPr>
          <p:cNvSpPr>
            <a:spLocks noGrp="1"/>
          </p:cNvSpPr>
          <p:nvPr>
            <p:ph type="body" sz="half" idx="2"/>
          </p:nvPr>
        </p:nvSpPr>
        <p:spPr>
          <a:xfrm>
            <a:off x="6571823" y="3395949"/>
            <a:ext cx="5162846"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Rectangle 6">
            <a:extLst>
              <a:ext uri="{FF2B5EF4-FFF2-40B4-BE49-F238E27FC236}">
                <a16:creationId xmlns:a16="http://schemas.microsoft.com/office/drawing/2014/main" id="{F8F22EB8-4EFD-86A4-8EB8-8A4F1A1AA2DF}"/>
              </a:ext>
            </a:extLst>
          </p:cNvPr>
          <p:cNvSpPr/>
          <p:nvPr userDrawn="1"/>
        </p:nvSpPr>
        <p:spPr>
          <a:xfrm>
            <a:off x="6512818" y="5631997"/>
            <a:ext cx="2512330"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Text Placeholder 3">
            <a:extLst>
              <a:ext uri="{FF2B5EF4-FFF2-40B4-BE49-F238E27FC236}">
                <a16:creationId xmlns:a16="http://schemas.microsoft.com/office/drawing/2014/main" id="{66A4B2AA-E0AE-18DD-BAA3-AF2A9CA6987A}"/>
              </a:ext>
            </a:extLst>
          </p:cNvPr>
          <p:cNvSpPr>
            <a:spLocks noGrp="1"/>
          </p:cNvSpPr>
          <p:nvPr>
            <p:ph type="body" sz="half" idx="19"/>
          </p:nvPr>
        </p:nvSpPr>
        <p:spPr>
          <a:xfrm>
            <a:off x="6562654" y="5631997"/>
            <a:ext cx="2488248"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5" name="Rectangle 14">
            <a:extLst>
              <a:ext uri="{FF2B5EF4-FFF2-40B4-BE49-F238E27FC236}">
                <a16:creationId xmlns:a16="http://schemas.microsoft.com/office/drawing/2014/main" id="{E18B5CD1-FF93-2C9C-1BFF-73A3CE39E65D}"/>
              </a:ext>
            </a:extLst>
          </p:cNvPr>
          <p:cNvSpPr/>
          <p:nvPr userDrawn="1"/>
        </p:nvSpPr>
        <p:spPr>
          <a:xfrm>
            <a:off x="9287218" y="5641703"/>
            <a:ext cx="2431941"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Text Placeholder 3">
            <a:extLst>
              <a:ext uri="{FF2B5EF4-FFF2-40B4-BE49-F238E27FC236}">
                <a16:creationId xmlns:a16="http://schemas.microsoft.com/office/drawing/2014/main" id="{C52272AC-9734-6D60-9441-B5E7B9E4E372}"/>
              </a:ext>
            </a:extLst>
          </p:cNvPr>
          <p:cNvSpPr>
            <a:spLocks noGrp="1"/>
          </p:cNvSpPr>
          <p:nvPr>
            <p:ph type="body" sz="half" idx="20"/>
          </p:nvPr>
        </p:nvSpPr>
        <p:spPr>
          <a:xfrm>
            <a:off x="9337055" y="5641703"/>
            <a:ext cx="2408630"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Slide Number Placeholder 12">
            <a:extLst>
              <a:ext uri="{FF2B5EF4-FFF2-40B4-BE49-F238E27FC236}">
                <a16:creationId xmlns:a16="http://schemas.microsoft.com/office/drawing/2014/main" id="{01CBD603-B977-E0E5-7C2E-C0061CD0B72C}"/>
              </a:ext>
            </a:extLst>
          </p:cNvPr>
          <p:cNvSpPr>
            <a:spLocks noGrp="1"/>
          </p:cNvSpPr>
          <p:nvPr>
            <p:ph type="sldNum" sz="quarter" idx="21"/>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170344183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 3 Blocks - Blac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4CFF414-FA47-F7EC-7EFB-7073E26BB831}"/>
              </a:ext>
            </a:extLst>
          </p:cNvPr>
          <p:cNvSpPr/>
          <p:nvPr userDrawn="1"/>
        </p:nvSpPr>
        <p:spPr>
          <a:xfrm>
            <a:off x="7938475" y="1315894"/>
            <a:ext cx="3319531" cy="45132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13C0F4F-1E76-E3A4-E5AA-8FA79C7C69FB}"/>
              </a:ext>
            </a:extLst>
          </p:cNvPr>
          <p:cNvSpPr/>
          <p:nvPr userDrawn="1"/>
        </p:nvSpPr>
        <p:spPr>
          <a:xfrm>
            <a:off x="4420956" y="1315895"/>
            <a:ext cx="3319531" cy="45132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67105CB-DECE-0616-2A57-776784CFC1CB}"/>
              </a:ext>
            </a:extLst>
          </p:cNvPr>
          <p:cNvSpPr/>
          <p:nvPr userDrawn="1"/>
        </p:nvSpPr>
        <p:spPr>
          <a:xfrm>
            <a:off x="903437" y="1315896"/>
            <a:ext cx="3319531" cy="45132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7" name="Text Placeholder 6">
            <a:extLst>
              <a:ext uri="{FF2B5EF4-FFF2-40B4-BE49-F238E27FC236}">
                <a16:creationId xmlns:a16="http://schemas.microsoft.com/office/drawing/2014/main" id="{1813FE17-B697-FB87-4ED6-D832D798E901}"/>
              </a:ext>
            </a:extLst>
          </p:cNvPr>
          <p:cNvSpPr>
            <a:spLocks noGrp="1"/>
          </p:cNvSpPr>
          <p:nvPr>
            <p:ph type="body" sz="quarter" idx="10" hasCustomPrompt="1"/>
          </p:nvPr>
        </p:nvSpPr>
        <p:spPr>
          <a:xfrm>
            <a:off x="903506" y="1436468"/>
            <a:ext cx="3319462" cy="339561"/>
          </a:xfrm>
        </p:spPr>
        <p:txBody>
          <a:bodyPr>
            <a:noAutofit/>
          </a:bodyPr>
          <a:lstStyle>
            <a:lvl1pPr marL="0" indent="0" algn="ctr" fontAlgn="ctr">
              <a:spcBef>
                <a:spcPts val="0"/>
              </a:spcBef>
              <a:buFontTx/>
              <a:buNone/>
              <a:defRPr sz="18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11" name="Picture Placeholder 10">
            <a:extLst>
              <a:ext uri="{FF2B5EF4-FFF2-40B4-BE49-F238E27FC236}">
                <a16:creationId xmlns:a16="http://schemas.microsoft.com/office/drawing/2014/main" id="{8B65CB9D-AA49-05C2-2100-C63D32C82B85}"/>
              </a:ext>
            </a:extLst>
          </p:cNvPr>
          <p:cNvSpPr>
            <a:spLocks noGrp="1"/>
          </p:cNvSpPr>
          <p:nvPr>
            <p:ph type="pic" sz="quarter" idx="12"/>
          </p:nvPr>
        </p:nvSpPr>
        <p:spPr>
          <a:xfrm>
            <a:off x="1101943" y="4045824"/>
            <a:ext cx="2951163" cy="1555750"/>
          </a:xfrm>
        </p:spPr>
        <p:txBody>
          <a:bodyPr/>
          <a:lstStyle>
            <a:lvl1pPr marL="0" indent="0">
              <a:buNone/>
              <a:defRPr/>
            </a:lvl1pPr>
          </a:lstStyle>
          <a:p>
            <a:r>
              <a:rPr lang="en-US"/>
              <a:t>Click icon to add picture</a:t>
            </a:r>
            <a:endParaRPr lang="en-US" dirty="0"/>
          </a:p>
        </p:txBody>
      </p:sp>
      <p:sp>
        <p:nvSpPr>
          <p:cNvPr id="17" name="Text Placeholder 6">
            <a:extLst>
              <a:ext uri="{FF2B5EF4-FFF2-40B4-BE49-F238E27FC236}">
                <a16:creationId xmlns:a16="http://schemas.microsoft.com/office/drawing/2014/main" id="{43204028-135E-83A2-B94A-693154F531B4}"/>
              </a:ext>
            </a:extLst>
          </p:cNvPr>
          <p:cNvSpPr>
            <a:spLocks noGrp="1"/>
          </p:cNvSpPr>
          <p:nvPr>
            <p:ph type="body" sz="quarter" idx="13" hasCustomPrompt="1"/>
          </p:nvPr>
        </p:nvSpPr>
        <p:spPr>
          <a:xfrm>
            <a:off x="4421284" y="1436468"/>
            <a:ext cx="3319462" cy="339561"/>
          </a:xfrm>
        </p:spPr>
        <p:txBody>
          <a:bodyPr>
            <a:noAutofit/>
          </a:bodyPr>
          <a:lstStyle>
            <a:lvl1pPr marL="0" indent="0" algn="ctr" fontAlgn="ctr">
              <a:spcBef>
                <a:spcPts val="0"/>
              </a:spcBef>
              <a:buFontTx/>
              <a:buNone/>
              <a:defRPr sz="18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19" name="Picture Placeholder 10">
            <a:extLst>
              <a:ext uri="{FF2B5EF4-FFF2-40B4-BE49-F238E27FC236}">
                <a16:creationId xmlns:a16="http://schemas.microsoft.com/office/drawing/2014/main" id="{D4E810FD-2D00-764A-B144-B235C21E32F6}"/>
              </a:ext>
            </a:extLst>
          </p:cNvPr>
          <p:cNvSpPr>
            <a:spLocks noGrp="1"/>
          </p:cNvSpPr>
          <p:nvPr>
            <p:ph type="pic" sz="quarter" idx="15"/>
          </p:nvPr>
        </p:nvSpPr>
        <p:spPr>
          <a:xfrm>
            <a:off x="4619721" y="4045824"/>
            <a:ext cx="2951163" cy="1555750"/>
          </a:xfrm>
        </p:spPr>
        <p:txBody>
          <a:bodyPr/>
          <a:lstStyle>
            <a:lvl1pPr marL="0" indent="0">
              <a:buNone/>
              <a:defRPr/>
            </a:lvl1pPr>
          </a:lstStyle>
          <a:p>
            <a:r>
              <a:rPr lang="en-US"/>
              <a:t>Click icon to add picture</a:t>
            </a:r>
            <a:endParaRPr lang="en-US" dirty="0"/>
          </a:p>
        </p:txBody>
      </p:sp>
      <p:sp>
        <p:nvSpPr>
          <p:cNvPr id="21" name="Text Placeholder 6">
            <a:extLst>
              <a:ext uri="{FF2B5EF4-FFF2-40B4-BE49-F238E27FC236}">
                <a16:creationId xmlns:a16="http://schemas.microsoft.com/office/drawing/2014/main" id="{0A71EF50-386A-A3B9-93FB-6EF179A4EE47}"/>
              </a:ext>
            </a:extLst>
          </p:cNvPr>
          <p:cNvSpPr>
            <a:spLocks noGrp="1"/>
          </p:cNvSpPr>
          <p:nvPr>
            <p:ph type="body" sz="quarter" idx="16" hasCustomPrompt="1"/>
          </p:nvPr>
        </p:nvSpPr>
        <p:spPr>
          <a:xfrm>
            <a:off x="7938803" y="1433918"/>
            <a:ext cx="3319462" cy="339561"/>
          </a:xfrm>
        </p:spPr>
        <p:txBody>
          <a:bodyPr>
            <a:noAutofit/>
          </a:bodyPr>
          <a:lstStyle>
            <a:lvl1pPr marL="0" indent="0" algn="ctr" fontAlgn="ctr">
              <a:spcBef>
                <a:spcPts val="0"/>
              </a:spcBef>
              <a:buFontTx/>
              <a:buNone/>
              <a:defRPr sz="18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23" name="Picture Placeholder 10">
            <a:extLst>
              <a:ext uri="{FF2B5EF4-FFF2-40B4-BE49-F238E27FC236}">
                <a16:creationId xmlns:a16="http://schemas.microsoft.com/office/drawing/2014/main" id="{6AE17ED9-FDD9-34C3-1F7D-9A8EA4C4B40E}"/>
              </a:ext>
            </a:extLst>
          </p:cNvPr>
          <p:cNvSpPr>
            <a:spLocks noGrp="1"/>
          </p:cNvSpPr>
          <p:nvPr>
            <p:ph type="pic" sz="quarter" idx="18"/>
          </p:nvPr>
        </p:nvSpPr>
        <p:spPr>
          <a:xfrm>
            <a:off x="8137240" y="4043274"/>
            <a:ext cx="2951163" cy="1555750"/>
          </a:xfrm>
        </p:spPr>
        <p:txBody>
          <a:bodyPr/>
          <a:lstStyle>
            <a:lvl1pPr marL="0" indent="0">
              <a:buNone/>
              <a:defRPr b="1"/>
            </a:lvl1pPr>
          </a:lstStyle>
          <a:p>
            <a:r>
              <a:rPr lang="en-US"/>
              <a:t>Click icon to add picture</a:t>
            </a:r>
            <a:endParaRPr lang="en-US" dirty="0"/>
          </a:p>
        </p:txBody>
      </p:sp>
      <p:pic>
        <p:nvPicPr>
          <p:cNvPr id="15" name="Purdue Logo" descr="Purdue Logo">
            <a:extLst>
              <a:ext uri="{FF2B5EF4-FFF2-40B4-BE49-F238E27FC236}">
                <a16:creationId xmlns:a16="http://schemas.microsoft.com/office/drawing/2014/main" id="{F444D1CF-9A99-D079-5D89-6DE824A89344}"/>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16" name="Title 15">
            <a:extLst>
              <a:ext uri="{FF2B5EF4-FFF2-40B4-BE49-F238E27FC236}">
                <a16:creationId xmlns:a16="http://schemas.microsoft.com/office/drawing/2014/main" id="{77D3ED32-45F9-B948-371F-67E8465B2438}"/>
              </a:ext>
            </a:extLst>
          </p:cNvPr>
          <p:cNvSpPr>
            <a:spLocks noGrp="1"/>
          </p:cNvSpPr>
          <p:nvPr>
            <p:ph type="title"/>
          </p:nvPr>
        </p:nvSpPr>
        <p:spPr/>
        <p:txBody>
          <a:bodyPr/>
          <a:lstStyle/>
          <a:p>
            <a:r>
              <a:rPr lang="en-US"/>
              <a:t>Click to edit Master title style</a:t>
            </a:r>
          </a:p>
        </p:txBody>
      </p:sp>
      <p:sp>
        <p:nvSpPr>
          <p:cNvPr id="2" name="Text Placeholder 3">
            <a:extLst>
              <a:ext uri="{FF2B5EF4-FFF2-40B4-BE49-F238E27FC236}">
                <a16:creationId xmlns:a16="http://schemas.microsoft.com/office/drawing/2014/main" id="{140B5B1B-89D1-9945-6AB1-0D9B2E27009A}"/>
              </a:ext>
            </a:extLst>
          </p:cNvPr>
          <p:cNvSpPr>
            <a:spLocks noGrp="1"/>
          </p:cNvSpPr>
          <p:nvPr>
            <p:ph type="body" sz="half" idx="2" hasCustomPrompt="1"/>
          </p:nvPr>
        </p:nvSpPr>
        <p:spPr>
          <a:xfrm>
            <a:off x="1087907" y="2065260"/>
            <a:ext cx="2950589" cy="1691333"/>
          </a:xfrm>
        </p:spPr>
        <p:txBody>
          <a:bodyPr>
            <a:normAutofit/>
          </a:bodyPr>
          <a:lstStyle>
            <a:lvl1pPr marL="0" indent="0">
              <a:buNone/>
              <a:defRPr sz="1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body copy.</a:t>
            </a:r>
          </a:p>
        </p:txBody>
      </p:sp>
      <p:sp>
        <p:nvSpPr>
          <p:cNvPr id="8" name="Text Placeholder 3">
            <a:extLst>
              <a:ext uri="{FF2B5EF4-FFF2-40B4-BE49-F238E27FC236}">
                <a16:creationId xmlns:a16="http://schemas.microsoft.com/office/drawing/2014/main" id="{CCAB75A6-8C36-AD93-09A1-D377BF55C686}"/>
              </a:ext>
            </a:extLst>
          </p:cNvPr>
          <p:cNvSpPr>
            <a:spLocks noGrp="1"/>
          </p:cNvSpPr>
          <p:nvPr>
            <p:ph type="body" sz="half" idx="20" hasCustomPrompt="1"/>
          </p:nvPr>
        </p:nvSpPr>
        <p:spPr>
          <a:xfrm>
            <a:off x="4605427" y="2065259"/>
            <a:ext cx="2950589" cy="1691333"/>
          </a:xfrm>
        </p:spPr>
        <p:txBody>
          <a:bodyPr>
            <a:normAutofit/>
          </a:bodyPr>
          <a:lstStyle>
            <a:lvl1pPr marL="0" indent="0">
              <a:buNone/>
              <a:defRPr sz="1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body copy.</a:t>
            </a:r>
          </a:p>
        </p:txBody>
      </p:sp>
      <p:sp>
        <p:nvSpPr>
          <p:cNvPr id="10" name="Text Placeholder 3">
            <a:extLst>
              <a:ext uri="{FF2B5EF4-FFF2-40B4-BE49-F238E27FC236}">
                <a16:creationId xmlns:a16="http://schemas.microsoft.com/office/drawing/2014/main" id="{9BFCE088-E342-EDAD-213D-39C8B8D85057}"/>
              </a:ext>
            </a:extLst>
          </p:cNvPr>
          <p:cNvSpPr>
            <a:spLocks noGrp="1"/>
          </p:cNvSpPr>
          <p:nvPr>
            <p:ph type="body" sz="half" idx="21" hasCustomPrompt="1"/>
          </p:nvPr>
        </p:nvSpPr>
        <p:spPr>
          <a:xfrm>
            <a:off x="8122945" y="2065259"/>
            <a:ext cx="2950589" cy="1691333"/>
          </a:xfrm>
        </p:spPr>
        <p:txBody>
          <a:bodyPr>
            <a:normAutofit/>
          </a:bodyPr>
          <a:lstStyle>
            <a:lvl1pPr marL="0" indent="0">
              <a:buNone/>
              <a:defRPr sz="1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body copy.</a:t>
            </a:r>
          </a:p>
        </p:txBody>
      </p:sp>
      <p:sp>
        <p:nvSpPr>
          <p:cNvPr id="9" name="Slide Number Placeholder 8">
            <a:extLst>
              <a:ext uri="{FF2B5EF4-FFF2-40B4-BE49-F238E27FC236}">
                <a16:creationId xmlns:a16="http://schemas.microsoft.com/office/drawing/2014/main" id="{3752A11A-CEFD-01B7-2324-466BE85E97BA}"/>
              </a:ext>
            </a:extLst>
          </p:cNvPr>
          <p:cNvSpPr>
            <a:spLocks noGrp="1"/>
          </p:cNvSpPr>
          <p:nvPr>
            <p:ph type="sldNum" sz="quarter" idx="22"/>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22167126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 3 Blocks - Go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C98D576-4759-5408-883D-2E56D9D0F603}"/>
              </a:ext>
            </a:extLst>
          </p:cNvPr>
          <p:cNvSpPr/>
          <p:nvPr userDrawn="1"/>
        </p:nvSpPr>
        <p:spPr>
          <a:xfrm>
            <a:off x="7938216" y="1315892"/>
            <a:ext cx="3319531" cy="451326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2C44A1A-1D1D-F2D9-8EC1-EFF25EBA1FB0}"/>
              </a:ext>
            </a:extLst>
          </p:cNvPr>
          <p:cNvSpPr/>
          <p:nvPr userDrawn="1"/>
        </p:nvSpPr>
        <p:spPr>
          <a:xfrm>
            <a:off x="4420697" y="1315893"/>
            <a:ext cx="3319531" cy="451326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38D75A-DD50-6C6E-0A9D-7F77E72C780A}"/>
              </a:ext>
            </a:extLst>
          </p:cNvPr>
          <p:cNvSpPr/>
          <p:nvPr userDrawn="1"/>
        </p:nvSpPr>
        <p:spPr>
          <a:xfrm>
            <a:off x="903178" y="1315894"/>
            <a:ext cx="3319531" cy="451326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6" name="Text Placeholder 6">
            <a:extLst>
              <a:ext uri="{FF2B5EF4-FFF2-40B4-BE49-F238E27FC236}">
                <a16:creationId xmlns:a16="http://schemas.microsoft.com/office/drawing/2014/main" id="{876A1563-09E6-06B6-EC4A-8E309CC57B11}"/>
              </a:ext>
            </a:extLst>
          </p:cNvPr>
          <p:cNvSpPr>
            <a:spLocks noGrp="1"/>
          </p:cNvSpPr>
          <p:nvPr>
            <p:ph type="body" sz="quarter" idx="10" hasCustomPrompt="1"/>
          </p:nvPr>
        </p:nvSpPr>
        <p:spPr>
          <a:xfrm>
            <a:off x="903247" y="1436466"/>
            <a:ext cx="3319462" cy="339561"/>
          </a:xfrm>
        </p:spPr>
        <p:txBody>
          <a:bodyPr>
            <a:noAutofit/>
          </a:bodyPr>
          <a:lstStyle>
            <a:lvl1pPr marL="0" indent="0" algn="ctr" fontAlgn="t">
              <a:spcBef>
                <a:spcPts val="0"/>
              </a:spcBef>
              <a:buFontTx/>
              <a:buNone/>
              <a:defRPr sz="1800" b="1" i="0" baseline="0">
                <a:solidFill>
                  <a:schemeClr val="tx1"/>
                </a:solidFill>
                <a:latin typeface="Acumin Pro Condensed Semibold" panose="020B0506020202020204" pitchFamily="34" charset="77"/>
              </a:defRPr>
            </a:lvl1pPr>
          </a:lstStyle>
          <a:p>
            <a:pPr lvl="0"/>
            <a:r>
              <a:rPr lang="en-US" dirty="0"/>
              <a:t>Click to edit Subhead</a:t>
            </a:r>
          </a:p>
        </p:txBody>
      </p:sp>
      <p:sp>
        <p:nvSpPr>
          <p:cNvPr id="22" name="Text Placeholder 6">
            <a:extLst>
              <a:ext uri="{FF2B5EF4-FFF2-40B4-BE49-F238E27FC236}">
                <a16:creationId xmlns:a16="http://schemas.microsoft.com/office/drawing/2014/main" id="{AF401EC8-7352-A985-133C-726A718A9E9A}"/>
              </a:ext>
            </a:extLst>
          </p:cNvPr>
          <p:cNvSpPr>
            <a:spLocks noGrp="1"/>
          </p:cNvSpPr>
          <p:nvPr>
            <p:ph type="body" sz="quarter" idx="13" hasCustomPrompt="1"/>
          </p:nvPr>
        </p:nvSpPr>
        <p:spPr>
          <a:xfrm>
            <a:off x="4421025" y="1436466"/>
            <a:ext cx="3319462" cy="339561"/>
          </a:xfrm>
        </p:spPr>
        <p:txBody>
          <a:bodyPr>
            <a:noAutofit/>
          </a:bodyPr>
          <a:lstStyle>
            <a:lvl1pPr marL="0" indent="0" algn="ctr" fontAlgn="t">
              <a:spcBef>
                <a:spcPts val="0"/>
              </a:spcBef>
              <a:buFontTx/>
              <a:buNone/>
              <a:defRPr sz="1800" b="1" i="0" baseline="0">
                <a:solidFill>
                  <a:schemeClr val="tx1"/>
                </a:solidFill>
                <a:latin typeface="Acumin Pro Condensed Semibold" panose="020B0506020202020204" pitchFamily="34" charset="77"/>
              </a:defRPr>
            </a:lvl1pPr>
          </a:lstStyle>
          <a:p>
            <a:pPr lvl="0"/>
            <a:r>
              <a:rPr lang="en-US" dirty="0"/>
              <a:t>Click to edit Subhead</a:t>
            </a:r>
          </a:p>
        </p:txBody>
      </p:sp>
      <p:sp>
        <p:nvSpPr>
          <p:cNvPr id="26" name="Text Placeholder 6">
            <a:extLst>
              <a:ext uri="{FF2B5EF4-FFF2-40B4-BE49-F238E27FC236}">
                <a16:creationId xmlns:a16="http://schemas.microsoft.com/office/drawing/2014/main" id="{71A04C69-EC92-81B2-FCD5-39464C669BEB}"/>
              </a:ext>
            </a:extLst>
          </p:cNvPr>
          <p:cNvSpPr>
            <a:spLocks noGrp="1"/>
          </p:cNvSpPr>
          <p:nvPr>
            <p:ph type="body" sz="quarter" idx="16" hasCustomPrompt="1"/>
          </p:nvPr>
        </p:nvSpPr>
        <p:spPr>
          <a:xfrm>
            <a:off x="7938544" y="1433916"/>
            <a:ext cx="3319462" cy="339561"/>
          </a:xfrm>
        </p:spPr>
        <p:txBody>
          <a:bodyPr>
            <a:noAutofit/>
          </a:bodyPr>
          <a:lstStyle>
            <a:lvl1pPr marL="0" indent="0" algn="ctr" fontAlgn="t">
              <a:spcBef>
                <a:spcPts val="0"/>
              </a:spcBef>
              <a:buFontTx/>
              <a:buNone/>
              <a:defRPr sz="1800" b="1" i="0" baseline="0">
                <a:solidFill>
                  <a:schemeClr val="tx1"/>
                </a:solidFill>
                <a:latin typeface="Acumin Pro Condensed Semibold" panose="020B0506020202020204" pitchFamily="34" charset="77"/>
              </a:defRPr>
            </a:lvl1pPr>
          </a:lstStyle>
          <a:p>
            <a:pPr lvl="0"/>
            <a:r>
              <a:rPr lang="en-US" dirty="0"/>
              <a:t>Click to edit Subhead</a:t>
            </a:r>
          </a:p>
        </p:txBody>
      </p:sp>
      <p:sp>
        <p:nvSpPr>
          <p:cNvPr id="30" name="Text Placeholder 3">
            <a:extLst>
              <a:ext uri="{FF2B5EF4-FFF2-40B4-BE49-F238E27FC236}">
                <a16:creationId xmlns:a16="http://schemas.microsoft.com/office/drawing/2014/main" id="{AE5BF8CB-9477-F598-75C4-6F35D608B35B}"/>
              </a:ext>
            </a:extLst>
          </p:cNvPr>
          <p:cNvSpPr>
            <a:spLocks noGrp="1"/>
          </p:cNvSpPr>
          <p:nvPr>
            <p:ph type="body" sz="half" idx="2" hasCustomPrompt="1"/>
          </p:nvPr>
        </p:nvSpPr>
        <p:spPr>
          <a:xfrm>
            <a:off x="1101684" y="2040670"/>
            <a:ext cx="2951163" cy="1691333"/>
          </a:xfrm>
        </p:spPr>
        <p:txBody>
          <a:bodyPr>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body copy.</a:t>
            </a:r>
          </a:p>
        </p:txBody>
      </p:sp>
      <p:sp>
        <p:nvSpPr>
          <p:cNvPr id="31" name="Text Placeholder 3">
            <a:extLst>
              <a:ext uri="{FF2B5EF4-FFF2-40B4-BE49-F238E27FC236}">
                <a16:creationId xmlns:a16="http://schemas.microsoft.com/office/drawing/2014/main" id="{AE6CE746-1703-63A8-BBD4-546AD104E27E}"/>
              </a:ext>
            </a:extLst>
          </p:cNvPr>
          <p:cNvSpPr>
            <a:spLocks noGrp="1"/>
          </p:cNvSpPr>
          <p:nvPr>
            <p:ph type="body" sz="half" idx="24" hasCustomPrompt="1"/>
          </p:nvPr>
        </p:nvSpPr>
        <p:spPr>
          <a:xfrm>
            <a:off x="4604880" y="2065258"/>
            <a:ext cx="2951163" cy="1691333"/>
          </a:xfrm>
        </p:spPr>
        <p:txBody>
          <a:bodyPr>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body copy.</a:t>
            </a:r>
          </a:p>
        </p:txBody>
      </p:sp>
      <p:sp>
        <p:nvSpPr>
          <p:cNvPr id="33" name="Picture Placeholder 10">
            <a:extLst>
              <a:ext uri="{FF2B5EF4-FFF2-40B4-BE49-F238E27FC236}">
                <a16:creationId xmlns:a16="http://schemas.microsoft.com/office/drawing/2014/main" id="{53952BA5-2190-5106-0EBD-DA1D15EFBB9D}"/>
              </a:ext>
            </a:extLst>
          </p:cNvPr>
          <p:cNvSpPr>
            <a:spLocks noGrp="1"/>
          </p:cNvSpPr>
          <p:nvPr>
            <p:ph type="pic" sz="quarter" idx="12"/>
          </p:nvPr>
        </p:nvSpPr>
        <p:spPr>
          <a:xfrm>
            <a:off x="1101684" y="4045822"/>
            <a:ext cx="2951163" cy="1555750"/>
          </a:xfrm>
        </p:spPr>
        <p:txBody>
          <a:bodyPr/>
          <a:lstStyle>
            <a:lvl1pPr marL="0" indent="0">
              <a:buNone/>
              <a:defRPr/>
            </a:lvl1pPr>
          </a:lstStyle>
          <a:p>
            <a:r>
              <a:rPr lang="en-US"/>
              <a:t>Click icon to add picture</a:t>
            </a:r>
            <a:endParaRPr lang="en-US" dirty="0"/>
          </a:p>
        </p:txBody>
      </p:sp>
      <p:sp>
        <p:nvSpPr>
          <p:cNvPr id="34" name="Picture Placeholder 10">
            <a:extLst>
              <a:ext uri="{FF2B5EF4-FFF2-40B4-BE49-F238E27FC236}">
                <a16:creationId xmlns:a16="http://schemas.microsoft.com/office/drawing/2014/main" id="{835FE666-CADC-4DB4-80A4-BFD9823DE051}"/>
              </a:ext>
            </a:extLst>
          </p:cNvPr>
          <p:cNvSpPr>
            <a:spLocks noGrp="1"/>
          </p:cNvSpPr>
          <p:nvPr>
            <p:ph type="pic" sz="quarter" idx="15"/>
          </p:nvPr>
        </p:nvSpPr>
        <p:spPr>
          <a:xfrm>
            <a:off x="4619462" y="4045822"/>
            <a:ext cx="2951163" cy="1555750"/>
          </a:xfrm>
        </p:spPr>
        <p:txBody>
          <a:bodyPr/>
          <a:lstStyle>
            <a:lvl1pPr marL="0" indent="0">
              <a:buNone/>
              <a:defRPr/>
            </a:lvl1pPr>
          </a:lstStyle>
          <a:p>
            <a:r>
              <a:rPr lang="en-US"/>
              <a:t>Click icon to add picture</a:t>
            </a:r>
            <a:endParaRPr lang="en-US" dirty="0"/>
          </a:p>
        </p:txBody>
      </p:sp>
      <p:sp>
        <p:nvSpPr>
          <p:cNvPr id="35" name="Picture Placeholder 10">
            <a:extLst>
              <a:ext uri="{FF2B5EF4-FFF2-40B4-BE49-F238E27FC236}">
                <a16:creationId xmlns:a16="http://schemas.microsoft.com/office/drawing/2014/main" id="{AECA5017-0E7C-4957-02B2-65FA6C1F6E5F}"/>
              </a:ext>
            </a:extLst>
          </p:cNvPr>
          <p:cNvSpPr>
            <a:spLocks noGrp="1"/>
          </p:cNvSpPr>
          <p:nvPr>
            <p:ph type="pic" sz="quarter" idx="18"/>
          </p:nvPr>
        </p:nvSpPr>
        <p:spPr>
          <a:xfrm>
            <a:off x="8136981" y="4043272"/>
            <a:ext cx="2951163" cy="1555750"/>
          </a:xfrm>
        </p:spPr>
        <p:txBody>
          <a:bodyPr/>
          <a:lstStyle>
            <a:lvl1pPr marL="0" indent="0">
              <a:buNone/>
              <a:defRPr b="1"/>
            </a:lvl1pPr>
          </a:lstStyle>
          <a:p>
            <a:r>
              <a:rPr lang="en-US"/>
              <a:t>Click icon to add picture</a:t>
            </a:r>
            <a:endParaRPr lang="en-US" dirty="0"/>
          </a:p>
        </p:txBody>
      </p:sp>
      <p:sp>
        <p:nvSpPr>
          <p:cNvPr id="36" name="Text Placeholder 3">
            <a:extLst>
              <a:ext uri="{FF2B5EF4-FFF2-40B4-BE49-F238E27FC236}">
                <a16:creationId xmlns:a16="http://schemas.microsoft.com/office/drawing/2014/main" id="{9F4CE92C-83FA-CA44-69CB-E6229E144199}"/>
              </a:ext>
            </a:extLst>
          </p:cNvPr>
          <p:cNvSpPr>
            <a:spLocks noGrp="1"/>
          </p:cNvSpPr>
          <p:nvPr>
            <p:ph type="body" sz="half" idx="25" hasCustomPrompt="1"/>
          </p:nvPr>
        </p:nvSpPr>
        <p:spPr>
          <a:xfrm>
            <a:off x="8129414" y="2071424"/>
            <a:ext cx="2951163" cy="1691333"/>
          </a:xfrm>
        </p:spPr>
        <p:txBody>
          <a:bodyPr>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body copy.</a:t>
            </a:r>
          </a:p>
        </p:txBody>
      </p:sp>
      <p:pic>
        <p:nvPicPr>
          <p:cNvPr id="39" name="Purdue Logo" descr="Purdue Logo">
            <a:extLst>
              <a:ext uri="{FF2B5EF4-FFF2-40B4-BE49-F238E27FC236}">
                <a16:creationId xmlns:a16="http://schemas.microsoft.com/office/drawing/2014/main" id="{28B0C093-6F71-44D4-5731-9A086B7811BD}"/>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40" name="Title 39">
            <a:extLst>
              <a:ext uri="{FF2B5EF4-FFF2-40B4-BE49-F238E27FC236}">
                <a16:creationId xmlns:a16="http://schemas.microsoft.com/office/drawing/2014/main" id="{2CAB310C-9DF2-C217-7A37-81705800EBE5}"/>
              </a:ext>
            </a:extLst>
          </p:cNvPr>
          <p:cNvSpPr>
            <a:spLocks noGrp="1"/>
          </p:cNvSpPr>
          <p:nvPr>
            <p:ph type="title"/>
          </p:nvPr>
        </p:nvSpPr>
        <p:spPr/>
        <p:txBody>
          <a:bodyPr/>
          <a:lstStyle/>
          <a:p>
            <a:r>
              <a:rPr lang="en-US"/>
              <a:t>Click to edit Master title style</a:t>
            </a:r>
            <a:endParaRPr lang="en-US" dirty="0"/>
          </a:p>
        </p:txBody>
      </p:sp>
      <p:sp>
        <p:nvSpPr>
          <p:cNvPr id="2" name="Slide Number Placeholder 1">
            <a:extLst>
              <a:ext uri="{FF2B5EF4-FFF2-40B4-BE49-F238E27FC236}">
                <a16:creationId xmlns:a16="http://schemas.microsoft.com/office/drawing/2014/main" id="{4C556C0F-0FF4-1816-A9DC-60D03FBFCE53}"/>
              </a:ext>
            </a:extLst>
          </p:cNvPr>
          <p:cNvSpPr>
            <a:spLocks noGrp="1"/>
          </p:cNvSpPr>
          <p:nvPr>
            <p:ph type="sldNum" sz="quarter" idx="26"/>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18389466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 5 Color Blocks">
    <p:spTree>
      <p:nvGrpSpPr>
        <p:cNvPr id="1" name=""/>
        <p:cNvGrpSpPr/>
        <p:nvPr/>
      </p:nvGrpSpPr>
      <p:grpSpPr>
        <a:xfrm>
          <a:off x="0" y="0"/>
          <a:ext cx="0" cy="0"/>
          <a:chOff x="0" y="0"/>
          <a:chExt cx="0" cy="0"/>
        </a:xfrm>
      </p:grpSpPr>
      <p:pic>
        <p:nvPicPr>
          <p:cNvPr id="39" name="Purdue Logo" descr="Purdue Logo">
            <a:extLst>
              <a:ext uri="{FF2B5EF4-FFF2-40B4-BE49-F238E27FC236}">
                <a16:creationId xmlns:a16="http://schemas.microsoft.com/office/drawing/2014/main" id="{28B0C093-6F71-44D4-5731-9A086B7811BD}"/>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40" name="Title 39">
            <a:extLst>
              <a:ext uri="{FF2B5EF4-FFF2-40B4-BE49-F238E27FC236}">
                <a16:creationId xmlns:a16="http://schemas.microsoft.com/office/drawing/2014/main" id="{2CAB310C-9DF2-C217-7A37-81705800EBE5}"/>
              </a:ext>
            </a:extLst>
          </p:cNvPr>
          <p:cNvSpPr>
            <a:spLocks noGrp="1"/>
          </p:cNvSpPr>
          <p:nvPr>
            <p:ph type="title"/>
          </p:nvPr>
        </p:nvSpPr>
        <p:spPr/>
        <p:txBody>
          <a:bodyPr/>
          <a:lstStyle/>
          <a:p>
            <a:r>
              <a:rPr lang="en-US"/>
              <a:t>Click to edit Master title style</a:t>
            </a:r>
          </a:p>
        </p:txBody>
      </p:sp>
      <p:sp>
        <p:nvSpPr>
          <p:cNvPr id="2" name="Rectangle 1">
            <a:extLst>
              <a:ext uri="{FF2B5EF4-FFF2-40B4-BE49-F238E27FC236}">
                <a16:creationId xmlns:a16="http://schemas.microsoft.com/office/drawing/2014/main" id="{C979A34A-6A6B-FC98-1EC8-8347FAB1A48F}"/>
              </a:ext>
            </a:extLst>
          </p:cNvPr>
          <p:cNvSpPr/>
          <p:nvPr userDrawn="1"/>
        </p:nvSpPr>
        <p:spPr>
          <a:xfrm>
            <a:off x="1008584" y="1660596"/>
            <a:ext cx="1918020" cy="436418"/>
          </a:xfrm>
          <a:prstGeom prst="rect">
            <a:avLst/>
          </a:prstGeom>
          <a:solidFill>
            <a:schemeClr val="tx2"/>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dirty="0">
              <a:solidFill>
                <a:schemeClr val="bg1"/>
              </a:solidFill>
              <a:latin typeface="Franklin Gothic Medium" panose="020B0603020102020204" pitchFamily="34" charset="0"/>
            </a:endParaRPr>
          </a:p>
        </p:txBody>
      </p:sp>
      <p:sp>
        <p:nvSpPr>
          <p:cNvPr id="7" name="Rectangle 6">
            <a:extLst>
              <a:ext uri="{FF2B5EF4-FFF2-40B4-BE49-F238E27FC236}">
                <a16:creationId xmlns:a16="http://schemas.microsoft.com/office/drawing/2014/main" id="{3C3F2A76-73C1-7478-1C52-F70D9B50BC0A}"/>
              </a:ext>
            </a:extLst>
          </p:cNvPr>
          <p:cNvSpPr/>
          <p:nvPr userDrawn="1"/>
        </p:nvSpPr>
        <p:spPr>
          <a:xfrm>
            <a:off x="1011339" y="2160555"/>
            <a:ext cx="1915265" cy="3233502"/>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19" name="Rectangle 18">
            <a:extLst>
              <a:ext uri="{FF2B5EF4-FFF2-40B4-BE49-F238E27FC236}">
                <a16:creationId xmlns:a16="http://schemas.microsoft.com/office/drawing/2014/main" id="{3B6525D0-8078-E003-46A7-FFCB83C221E0}"/>
              </a:ext>
            </a:extLst>
          </p:cNvPr>
          <p:cNvSpPr/>
          <p:nvPr userDrawn="1"/>
        </p:nvSpPr>
        <p:spPr>
          <a:xfrm>
            <a:off x="3045437" y="1660596"/>
            <a:ext cx="1918020" cy="436418"/>
          </a:xfrm>
          <a:prstGeom prst="rect">
            <a:avLst/>
          </a:prstGeom>
          <a:solidFill>
            <a:schemeClr val="accent1">
              <a:lumMod val="75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dirty="0">
              <a:solidFill>
                <a:schemeClr val="bg1"/>
              </a:solidFill>
              <a:latin typeface="Franklin Gothic Medium" panose="020B0603020102020204" pitchFamily="34" charset="0"/>
            </a:endParaRPr>
          </a:p>
        </p:txBody>
      </p:sp>
      <p:sp>
        <p:nvSpPr>
          <p:cNvPr id="20" name="Rectangle 19">
            <a:extLst>
              <a:ext uri="{FF2B5EF4-FFF2-40B4-BE49-F238E27FC236}">
                <a16:creationId xmlns:a16="http://schemas.microsoft.com/office/drawing/2014/main" id="{AE6AD059-9160-4AE4-0F86-92FB0AAD082C}"/>
              </a:ext>
            </a:extLst>
          </p:cNvPr>
          <p:cNvSpPr/>
          <p:nvPr userDrawn="1"/>
        </p:nvSpPr>
        <p:spPr>
          <a:xfrm>
            <a:off x="3048192" y="2160555"/>
            <a:ext cx="1915265" cy="3233502"/>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21" name="Rectangle 20">
            <a:extLst>
              <a:ext uri="{FF2B5EF4-FFF2-40B4-BE49-F238E27FC236}">
                <a16:creationId xmlns:a16="http://schemas.microsoft.com/office/drawing/2014/main" id="{E0F701C0-7A2F-0B95-E95C-07302A14CA56}"/>
              </a:ext>
            </a:extLst>
          </p:cNvPr>
          <p:cNvSpPr/>
          <p:nvPr userDrawn="1"/>
        </p:nvSpPr>
        <p:spPr>
          <a:xfrm>
            <a:off x="5082290" y="1660596"/>
            <a:ext cx="1918020" cy="436418"/>
          </a:xfrm>
          <a:prstGeom prst="rect">
            <a:avLst/>
          </a:prstGeom>
          <a:solidFill>
            <a:schemeClr val="bg2">
              <a:lumMod val="75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dirty="0">
              <a:solidFill>
                <a:schemeClr val="bg1"/>
              </a:solidFill>
              <a:latin typeface="Franklin Gothic Medium" panose="020B0603020102020204" pitchFamily="34" charset="0"/>
            </a:endParaRPr>
          </a:p>
        </p:txBody>
      </p:sp>
      <p:sp>
        <p:nvSpPr>
          <p:cNvPr id="23" name="Rectangle 22">
            <a:extLst>
              <a:ext uri="{FF2B5EF4-FFF2-40B4-BE49-F238E27FC236}">
                <a16:creationId xmlns:a16="http://schemas.microsoft.com/office/drawing/2014/main" id="{AD786ED8-9187-C7FB-F774-CE52A2971FFD}"/>
              </a:ext>
            </a:extLst>
          </p:cNvPr>
          <p:cNvSpPr/>
          <p:nvPr userDrawn="1"/>
        </p:nvSpPr>
        <p:spPr>
          <a:xfrm>
            <a:off x="5085045" y="2160555"/>
            <a:ext cx="1915265" cy="323350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24" name="Rectangle 23">
            <a:extLst>
              <a:ext uri="{FF2B5EF4-FFF2-40B4-BE49-F238E27FC236}">
                <a16:creationId xmlns:a16="http://schemas.microsoft.com/office/drawing/2014/main" id="{9A6F5635-02F3-829F-B778-4A766D8D4A2D}"/>
              </a:ext>
            </a:extLst>
          </p:cNvPr>
          <p:cNvSpPr/>
          <p:nvPr userDrawn="1"/>
        </p:nvSpPr>
        <p:spPr>
          <a:xfrm>
            <a:off x="7119143" y="1660596"/>
            <a:ext cx="1918020" cy="436418"/>
          </a:xfrm>
          <a:prstGeom prst="rect">
            <a:avLst/>
          </a:prstGeom>
          <a:solidFill>
            <a:schemeClr val="accent6"/>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dirty="0">
              <a:solidFill>
                <a:schemeClr val="bg1"/>
              </a:solidFill>
              <a:latin typeface="Franklin Gothic Medium" panose="020B0603020102020204" pitchFamily="34" charset="0"/>
            </a:endParaRPr>
          </a:p>
        </p:txBody>
      </p:sp>
      <p:sp>
        <p:nvSpPr>
          <p:cNvPr id="25" name="Rectangle 24">
            <a:extLst>
              <a:ext uri="{FF2B5EF4-FFF2-40B4-BE49-F238E27FC236}">
                <a16:creationId xmlns:a16="http://schemas.microsoft.com/office/drawing/2014/main" id="{3CBD6A50-2E1C-FDDB-2F9B-D9101B8535C5}"/>
              </a:ext>
            </a:extLst>
          </p:cNvPr>
          <p:cNvSpPr/>
          <p:nvPr userDrawn="1"/>
        </p:nvSpPr>
        <p:spPr>
          <a:xfrm>
            <a:off x="7121898" y="2160555"/>
            <a:ext cx="1915265" cy="323350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27" name="Rectangle 26">
            <a:extLst>
              <a:ext uri="{FF2B5EF4-FFF2-40B4-BE49-F238E27FC236}">
                <a16:creationId xmlns:a16="http://schemas.microsoft.com/office/drawing/2014/main" id="{B239B4FF-413F-3DBC-C6E4-087C951C5464}"/>
              </a:ext>
            </a:extLst>
          </p:cNvPr>
          <p:cNvSpPr/>
          <p:nvPr userDrawn="1"/>
        </p:nvSpPr>
        <p:spPr>
          <a:xfrm>
            <a:off x="9155998" y="1660596"/>
            <a:ext cx="1918020" cy="436418"/>
          </a:xfrm>
          <a:prstGeom prst="rect">
            <a:avLst/>
          </a:prstGeom>
          <a:solidFill>
            <a:schemeClr val="tx2">
              <a:lumMod val="60000"/>
              <a:lumOff val="40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dirty="0">
              <a:solidFill>
                <a:schemeClr val="bg1"/>
              </a:solidFill>
              <a:latin typeface="Franklin Gothic Medium" panose="020B0603020102020204" pitchFamily="34" charset="0"/>
            </a:endParaRPr>
          </a:p>
        </p:txBody>
      </p:sp>
      <p:sp>
        <p:nvSpPr>
          <p:cNvPr id="28" name="Rectangle 27">
            <a:extLst>
              <a:ext uri="{FF2B5EF4-FFF2-40B4-BE49-F238E27FC236}">
                <a16:creationId xmlns:a16="http://schemas.microsoft.com/office/drawing/2014/main" id="{8CB8434E-9F38-4592-327E-51A570C73E09}"/>
              </a:ext>
            </a:extLst>
          </p:cNvPr>
          <p:cNvSpPr/>
          <p:nvPr userDrawn="1"/>
        </p:nvSpPr>
        <p:spPr>
          <a:xfrm>
            <a:off x="9158753" y="2160555"/>
            <a:ext cx="1915265" cy="323350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44" name="Text Placeholder 6">
            <a:extLst>
              <a:ext uri="{FF2B5EF4-FFF2-40B4-BE49-F238E27FC236}">
                <a16:creationId xmlns:a16="http://schemas.microsoft.com/office/drawing/2014/main" id="{1BA8130D-B7F2-9815-5056-6F334D4BBAEF}"/>
              </a:ext>
            </a:extLst>
          </p:cNvPr>
          <p:cNvSpPr>
            <a:spLocks noGrp="1"/>
          </p:cNvSpPr>
          <p:nvPr>
            <p:ph type="body" sz="quarter" idx="10" hasCustomPrompt="1"/>
          </p:nvPr>
        </p:nvSpPr>
        <p:spPr>
          <a:xfrm>
            <a:off x="1008584" y="1783909"/>
            <a:ext cx="1918018" cy="220506"/>
          </a:xfrm>
        </p:spPr>
        <p:txBody>
          <a:bodyPr>
            <a:noAutofit/>
          </a:bodyPr>
          <a:lstStyle>
            <a:lvl1pPr marL="0" indent="0" algn="ctr" fontAlgn="ctr">
              <a:spcBef>
                <a:spcPts val="0"/>
              </a:spcBef>
              <a:buFontTx/>
              <a:buNone/>
              <a:defRPr sz="12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45" name="Text Placeholder 6">
            <a:extLst>
              <a:ext uri="{FF2B5EF4-FFF2-40B4-BE49-F238E27FC236}">
                <a16:creationId xmlns:a16="http://schemas.microsoft.com/office/drawing/2014/main" id="{A41A66E4-0B84-E1FB-88CD-3E0E6E80C49D}"/>
              </a:ext>
            </a:extLst>
          </p:cNvPr>
          <p:cNvSpPr>
            <a:spLocks noGrp="1"/>
          </p:cNvSpPr>
          <p:nvPr>
            <p:ph type="body" sz="quarter" idx="28" hasCustomPrompt="1"/>
          </p:nvPr>
        </p:nvSpPr>
        <p:spPr>
          <a:xfrm>
            <a:off x="3045438" y="1768552"/>
            <a:ext cx="1918018" cy="220506"/>
          </a:xfrm>
        </p:spPr>
        <p:txBody>
          <a:bodyPr>
            <a:noAutofit/>
          </a:bodyPr>
          <a:lstStyle>
            <a:lvl1pPr marL="0" indent="0" algn="ctr" fontAlgn="ctr">
              <a:spcBef>
                <a:spcPts val="0"/>
              </a:spcBef>
              <a:buFontTx/>
              <a:buNone/>
              <a:defRPr sz="12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46" name="Text Placeholder 6">
            <a:extLst>
              <a:ext uri="{FF2B5EF4-FFF2-40B4-BE49-F238E27FC236}">
                <a16:creationId xmlns:a16="http://schemas.microsoft.com/office/drawing/2014/main" id="{235E5CE7-3D80-1BB5-DACD-8A63CA927E9A}"/>
              </a:ext>
            </a:extLst>
          </p:cNvPr>
          <p:cNvSpPr>
            <a:spLocks noGrp="1"/>
          </p:cNvSpPr>
          <p:nvPr>
            <p:ph type="body" sz="quarter" idx="29" hasCustomPrompt="1"/>
          </p:nvPr>
        </p:nvSpPr>
        <p:spPr>
          <a:xfrm>
            <a:off x="5082291" y="1768552"/>
            <a:ext cx="1918018" cy="220506"/>
          </a:xfrm>
        </p:spPr>
        <p:txBody>
          <a:bodyPr>
            <a:noAutofit/>
          </a:bodyPr>
          <a:lstStyle>
            <a:lvl1pPr marL="0" indent="0" algn="ctr" fontAlgn="ctr">
              <a:spcBef>
                <a:spcPts val="0"/>
              </a:spcBef>
              <a:buFontTx/>
              <a:buNone/>
              <a:defRPr sz="12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47" name="Text Placeholder 6">
            <a:extLst>
              <a:ext uri="{FF2B5EF4-FFF2-40B4-BE49-F238E27FC236}">
                <a16:creationId xmlns:a16="http://schemas.microsoft.com/office/drawing/2014/main" id="{685C02D4-EA4F-4962-D397-F6439EC5C6E9}"/>
              </a:ext>
            </a:extLst>
          </p:cNvPr>
          <p:cNvSpPr>
            <a:spLocks noGrp="1"/>
          </p:cNvSpPr>
          <p:nvPr>
            <p:ph type="body" sz="quarter" idx="30" hasCustomPrompt="1"/>
          </p:nvPr>
        </p:nvSpPr>
        <p:spPr>
          <a:xfrm>
            <a:off x="7119145" y="1768552"/>
            <a:ext cx="1918018" cy="220506"/>
          </a:xfrm>
        </p:spPr>
        <p:txBody>
          <a:bodyPr>
            <a:noAutofit/>
          </a:bodyPr>
          <a:lstStyle>
            <a:lvl1pPr marL="0" indent="0" algn="ctr" fontAlgn="ctr">
              <a:spcBef>
                <a:spcPts val="0"/>
              </a:spcBef>
              <a:buFontTx/>
              <a:buNone/>
              <a:defRPr sz="12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48" name="Text Placeholder 6">
            <a:extLst>
              <a:ext uri="{FF2B5EF4-FFF2-40B4-BE49-F238E27FC236}">
                <a16:creationId xmlns:a16="http://schemas.microsoft.com/office/drawing/2014/main" id="{1F46F0A7-55C4-6BAE-BCB0-157A86C91997}"/>
              </a:ext>
            </a:extLst>
          </p:cNvPr>
          <p:cNvSpPr>
            <a:spLocks noGrp="1"/>
          </p:cNvSpPr>
          <p:nvPr>
            <p:ph type="body" sz="quarter" idx="31" hasCustomPrompt="1"/>
          </p:nvPr>
        </p:nvSpPr>
        <p:spPr>
          <a:xfrm>
            <a:off x="9156000" y="1770870"/>
            <a:ext cx="1918018" cy="220506"/>
          </a:xfrm>
        </p:spPr>
        <p:txBody>
          <a:bodyPr>
            <a:noAutofit/>
          </a:bodyPr>
          <a:lstStyle>
            <a:lvl1pPr marL="0" indent="0" algn="ctr" fontAlgn="ctr">
              <a:spcBef>
                <a:spcPts val="0"/>
              </a:spcBef>
              <a:buFontTx/>
              <a:buNone/>
              <a:defRPr sz="12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49" name="Text Placeholder 3">
            <a:extLst>
              <a:ext uri="{FF2B5EF4-FFF2-40B4-BE49-F238E27FC236}">
                <a16:creationId xmlns:a16="http://schemas.microsoft.com/office/drawing/2014/main" id="{9E69C3F7-0A3A-FAC2-6540-8BB750E9AA4C}"/>
              </a:ext>
            </a:extLst>
          </p:cNvPr>
          <p:cNvSpPr>
            <a:spLocks noGrp="1"/>
          </p:cNvSpPr>
          <p:nvPr>
            <p:ph type="body" sz="half" idx="2"/>
          </p:nvPr>
        </p:nvSpPr>
        <p:spPr>
          <a:xfrm>
            <a:off x="1117982" y="2312717"/>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0" name="Text Placeholder 3">
            <a:extLst>
              <a:ext uri="{FF2B5EF4-FFF2-40B4-BE49-F238E27FC236}">
                <a16:creationId xmlns:a16="http://schemas.microsoft.com/office/drawing/2014/main" id="{040CB427-2320-1A81-037C-6D83BCA5B36F}"/>
              </a:ext>
            </a:extLst>
          </p:cNvPr>
          <p:cNvSpPr>
            <a:spLocks noGrp="1"/>
          </p:cNvSpPr>
          <p:nvPr>
            <p:ph type="body" sz="half" idx="32"/>
          </p:nvPr>
        </p:nvSpPr>
        <p:spPr>
          <a:xfrm>
            <a:off x="3175312" y="2299864"/>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1" name="Text Placeholder 3">
            <a:extLst>
              <a:ext uri="{FF2B5EF4-FFF2-40B4-BE49-F238E27FC236}">
                <a16:creationId xmlns:a16="http://schemas.microsoft.com/office/drawing/2014/main" id="{3144BCA8-7BD5-8323-CDAB-E5362D78AA68}"/>
              </a:ext>
            </a:extLst>
          </p:cNvPr>
          <p:cNvSpPr>
            <a:spLocks noGrp="1"/>
          </p:cNvSpPr>
          <p:nvPr>
            <p:ph type="body" sz="half" idx="33"/>
          </p:nvPr>
        </p:nvSpPr>
        <p:spPr>
          <a:xfrm>
            <a:off x="5212165" y="2298292"/>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2" name="Text Placeholder 3">
            <a:extLst>
              <a:ext uri="{FF2B5EF4-FFF2-40B4-BE49-F238E27FC236}">
                <a16:creationId xmlns:a16="http://schemas.microsoft.com/office/drawing/2014/main" id="{82EC0719-39BA-B2AB-F29D-3C947DC78925}"/>
              </a:ext>
            </a:extLst>
          </p:cNvPr>
          <p:cNvSpPr>
            <a:spLocks noGrp="1"/>
          </p:cNvSpPr>
          <p:nvPr>
            <p:ph type="body" sz="half" idx="34"/>
          </p:nvPr>
        </p:nvSpPr>
        <p:spPr>
          <a:xfrm>
            <a:off x="7249018" y="2298292"/>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3" name="Text Placeholder 3">
            <a:extLst>
              <a:ext uri="{FF2B5EF4-FFF2-40B4-BE49-F238E27FC236}">
                <a16:creationId xmlns:a16="http://schemas.microsoft.com/office/drawing/2014/main" id="{B939ED29-1A95-3771-8E52-C1F99F848ABD}"/>
              </a:ext>
            </a:extLst>
          </p:cNvPr>
          <p:cNvSpPr>
            <a:spLocks noGrp="1"/>
          </p:cNvSpPr>
          <p:nvPr>
            <p:ph type="body" sz="half" idx="35"/>
          </p:nvPr>
        </p:nvSpPr>
        <p:spPr>
          <a:xfrm>
            <a:off x="9285873" y="2312717"/>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4" name="Text Placeholder 13">
            <a:extLst>
              <a:ext uri="{FF2B5EF4-FFF2-40B4-BE49-F238E27FC236}">
                <a16:creationId xmlns:a16="http://schemas.microsoft.com/office/drawing/2014/main" id="{F45DEB53-8B0A-80C6-DDED-B72344235087}"/>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3" name="Slide Number Placeholder 2">
            <a:extLst>
              <a:ext uri="{FF2B5EF4-FFF2-40B4-BE49-F238E27FC236}">
                <a16:creationId xmlns:a16="http://schemas.microsoft.com/office/drawing/2014/main" id="{35728143-5B5E-2F91-1A50-ECF61312F188}"/>
              </a:ext>
            </a:extLst>
          </p:cNvPr>
          <p:cNvSpPr>
            <a:spLocks noGrp="1"/>
          </p:cNvSpPr>
          <p:nvPr>
            <p:ph type="sldNum" sz="quarter" idx="36"/>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33475407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 with Caption - Black Diagonal">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C36684E-7DEE-F47A-FA01-89E8EC8104A0}"/>
              </a:ext>
            </a:extLst>
          </p:cNvPr>
          <p:cNvSpPr>
            <a:spLocks noGrp="1"/>
          </p:cNvSpPr>
          <p:nvPr>
            <p:ph type="pic" sz="quarter" idx="11"/>
          </p:nvPr>
        </p:nvSpPr>
        <p:spPr>
          <a:xfrm>
            <a:off x="5610386" y="-9524"/>
            <a:ext cx="6581614" cy="6882938"/>
          </a:xfrm>
          <a:ln>
            <a:noFill/>
          </a:ln>
        </p:spPr>
        <p:txBody>
          <a:bodyPr/>
          <a:lstStyle/>
          <a:p>
            <a:r>
              <a:rPr lang="en-US"/>
              <a:t>Click icon to add picture</a:t>
            </a:r>
          </a:p>
        </p:txBody>
      </p:sp>
      <p:sp>
        <p:nvSpPr>
          <p:cNvPr id="5" name="Rectangle 4">
            <a:extLst>
              <a:ext uri="{FF2B5EF4-FFF2-40B4-BE49-F238E27FC236}">
                <a16:creationId xmlns:a16="http://schemas.microsoft.com/office/drawing/2014/main" id="{3500C207-AC1E-087B-DE95-A55BC82CAF9A}"/>
              </a:ext>
            </a:extLst>
          </p:cNvPr>
          <p:cNvSpPr/>
          <p:nvPr userDrawn="1"/>
        </p:nvSpPr>
        <p:spPr>
          <a:xfrm>
            <a:off x="0" y="-9440"/>
            <a:ext cx="7284203" cy="6882938"/>
          </a:xfrm>
          <a:custGeom>
            <a:avLst/>
            <a:gdLst>
              <a:gd name="connsiteX0" fmla="*/ 0 w 7284203"/>
              <a:gd name="connsiteY0" fmla="*/ 0 h 6867440"/>
              <a:gd name="connsiteX1" fmla="*/ 7284203 w 7284203"/>
              <a:gd name="connsiteY1" fmla="*/ 0 h 6867440"/>
              <a:gd name="connsiteX2" fmla="*/ 7284203 w 7284203"/>
              <a:gd name="connsiteY2" fmla="*/ 6867440 h 6867440"/>
              <a:gd name="connsiteX3" fmla="*/ 0 w 7284203"/>
              <a:gd name="connsiteY3" fmla="*/ 6867440 h 6867440"/>
              <a:gd name="connsiteX4" fmla="*/ 0 w 7284203"/>
              <a:gd name="connsiteY4" fmla="*/ 0 h 6867440"/>
              <a:gd name="connsiteX0" fmla="*/ 0 w 7284203"/>
              <a:gd name="connsiteY0" fmla="*/ 0 h 6867440"/>
              <a:gd name="connsiteX1" fmla="*/ 7284203 w 7284203"/>
              <a:gd name="connsiteY1" fmla="*/ 0 h 6867440"/>
              <a:gd name="connsiteX2" fmla="*/ 5114441 w 7284203"/>
              <a:gd name="connsiteY2" fmla="*/ 6867440 h 6867440"/>
              <a:gd name="connsiteX3" fmla="*/ 0 w 7284203"/>
              <a:gd name="connsiteY3" fmla="*/ 6867440 h 6867440"/>
              <a:gd name="connsiteX4" fmla="*/ 0 w 7284203"/>
              <a:gd name="connsiteY4" fmla="*/ 0 h 6867440"/>
              <a:gd name="connsiteX0" fmla="*/ 0 w 7284203"/>
              <a:gd name="connsiteY0" fmla="*/ 0 h 6882938"/>
              <a:gd name="connsiteX1" fmla="*/ 7284203 w 7284203"/>
              <a:gd name="connsiteY1" fmla="*/ 0 h 6882938"/>
              <a:gd name="connsiteX2" fmla="*/ 5610386 w 7284203"/>
              <a:gd name="connsiteY2" fmla="*/ 6882938 h 6882938"/>
              <a:gd name="connsiteX3" fmla="*/ 0 w 7284203"/>
              <a:gd name="connsiteY3" fmla="*/ 6867440 h 6882938"/>
              <a:gd name="connsiteX4" fmla="*/ 0 w 7284203"/>
              <a:gd name="connsiteY4" fmla="*/ 0 h 6882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84203" h="6882938">
                <a:moveTo>
                  <a:pt x="0" y="0"/>
                </a:moveTo>
                <a:lnTo>
                  <a:pt x="7284203" y="0"/>
                </a:lnTo>
                <a:lnTo>
                  <a:pt x="5610386" y="6882938"/>
                </a:lnTo>
                <a:lnTo>
                  <a:pt x="0" y="6867440"/>
                </a:lnTo>
                <a:lnTo>
                  <a:pt x="0" y="0"/>
                </a:lnTo>
                <a:close/>
              </a:path>
            </a:pathLst>
          </a:cu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B2696218-EA6F-DE53-DF14-6383AEA46217}"/>
              </a:ext>
            </a:extLst>
          </p:cNvPr>
          <p:cNvSpPr>
            <a:spLocks noGrp="1"/>
          </p:cNvSpPr>
          <p:nvPr>
            <p:ph type="title"/>
          </p:nvPr>
        </p:nvSpPr>
        <p:spPr>
          <a:xfrm>
            <a:off x="1142005" y="891153"/>
            <a:ext cx="3932237" cy="1600200"/>
          </a:xfrm>
        </p:spPr>
        <p:txBody>
          <a:bodyPr anchor="b"/>
          <a:lstStyle>
            <a:lvl1pPr>
              <a:defRPr sz="3200">
                <a:solidFill>
                  <a:schemeClr val="bg1"/>
                </a:solidFill>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4B620EBE-30BB-D534-67D3-D8578AA6839B}"/>
              </a:ext>
            </a:extLst>
          </p:cNvPr>
          <p:cNvSpPr>
            <a:spLocks noGrp="1"/>
          </p:cNvSpPr>
          <p:nvPr>
            <p:ph type="body" sz="half" idx="2"/>
          </p:nvPr>
        </p:nvSpPr>
        <p:spPr>
          <a:xfrm>
            <a:off x="1142005" y="2491353"/>
            <a:ext cx="3932237" cy="381158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Slide Number Placeholder 2">
            <a:extLst>
              <a:ext uri="{FF2B5EF4-FFF2-40B4-BE49-F238E27FC236}">
                <a16:creationId xmlns:a16="http://schemas.microsoft.com/office/drawing/2014/main" id="{2E3836B8-46F8-6347-6A27-7BDA1D77E945}"/>
              </a:ext>
            </a:extLst>
          </p:cNvPr>
          <p:cNvSpPr>
            <a:spLocks noGrp="1"/>
          </p:cNvSpPr>
          <p:nvPr>
            <p:ph type="sldNum" sz="quarter" idx="12"/>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15463748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hoto with Caption - White Diagonal">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C36684E-7DEE-F47A-FA01-89E8EC8104A0}"/>
              </a:ext>
            </a:extLst>
          </p:cNvPr>
          <p:cNvSpPr>
            <a:spLocks noGrp="1"/>
          </p:cNvSpPr>
          <p:nvPr>
            <p:ph type="pic" sz="quarter" idx="11"/>
          </p:nvPr>
        </p:nvSpPr>
        <p:spPr>
          <a:xfrm>
            <a:off x="5610386" y="-9525"/>
            <a:ext cx="6581614" cy="6882938"/>
          </a:xfrm>
          <a:ln>
            <a:noFill/>
          </a:ln>
        </p:spPr>
        <p:txBody>
          <a:bodyPr/>
          <a:lstStyle/>
          <a:p>
            <a:r>
              <a:rPr lang="en-US"/>
              <a:t>Click icon to add picture</a:t>
            </a:r>
          </a:p>
        </p:txBody>
      </p:sp>
      <p:sp>
        <p:nvSpPr>
          <p:cNvPr id="5" name="Rectangle 4">
            <a:extLst>
              <a:ext uri="{FF2B5EF4-FFF2-40B4-BE49-F238E27FC236}">
                <a16:creationId xmlns:a16="http://schemas.microsoft.com/office/drawing/2014/main" id="{3500C207-AC1E-087B-DE95-A55BC82CAF9A}"/>
              </a:ext>
            </a:extLst>
          </p:cNvPr>
          <p:cNvSpPr/>
          <p:nvPr userDrawn="1"/>
        </p:nvSpPr>
        <p:spPr>
          <a:xfrm>
            <a:off x="0" y="0"/>
            <a:ext cx="7284203" cy="6882938"/>
          </a:xfrm>
          <a:custGeom>
            <a:avLst/>
            <a:gdLst>
              <a:gd name="connsiteX0" fmla="*/ 0 w 7284203"/>
              <a:gd name="connsiteY0" fmla="*/ 0 h 6867440"/>
              <a:gd name="connsiteX1" fmla="*/ 7284203 w 7284203"/>
              <a:gd name="connsiteY1" fmla="*/ 0 h 6867440"/>
              <a:gd name="connsiteX2" fmla="*/ 7284203 w 7284203"/>
              <a:gd name="connsiteY2" fmla="*/ 6867440 h 6867440"/>
              <a:gd name="connsiteX3" fmla="*/ 0 w 7284203"/>
              <a:gd name="connsiteY3" fmla="*/ 6867440 h 6867440"/>
              <a:gd name="connsiteX4" fmla="*/ 0 w 7284203"/>
              <a:gd name="connsiteY4" fmla="*/ 0 h 6867440"/>
              <a:gd name="connsiteX0" fmla="*/ 0 w 7284203"/>
              <a:gd name="connsiteY0" fmla="*/ 0 h 6867440"/>
              <a:gd name="connsiteX1" fmla="*/ 7284203 w 7284203"/>
              <a:gd name="connsiteY1" fmla="*/ 0 h 6867440"/>
              <a:gd name="connsiteX2" fmla="*/ 5114441 w 7284203"/>
              <a:gd name="connsiteY2" fmla="*/ 6867440 h 6867440"/>
              <a:gd name="connsiteX3" fmla="*/ 0 w 7284203"/>
              <a:gd name="connsiteY3" fmla="*/ 6867440 h 6867440"/>
              <a:gd name="connsiteX4" fmla="*/ 0 w 7284203"/>
              <a:gd name="connsiteY4" fmla="*/ 0 h 6867440"/>
              <a:gd name="connsiteX0" fmla="*/ 0 w 7284203"/>
              <a:gd name="connsiteY0" fmla="*/ 0 h 6882938"/>
              <a:gd name="connsiteX1" fmla="*/ 7284203 w 7284203"/>
              <a:gd name="connsiteY1" fmla="*/ 0 h 6882938"/>
              <a:gd name="connsiteX2" fmla="*/ 5610386 w 7284203"/>
              <a:gd name="connsiteY2" fmla="*/ 6882938 h 6882938"/>
              <a:gd name="connsiteX3" fmla="*/ 0 w 7284203"/>
              <a:gd name="connsiteY3" fmla="*/ 6867440 h 6882938"/>
              <a:gd name="connsiteX4" fmla="*/ 0 w 7284203"/>
              <a:gd name="connsiteY4" fmla="*/ 0 h 6882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84203" h="6882938">
                <a:moveTo>
                  <a:pt x="0" y="0"/>
                </a:moveTo>
                <a:lnTo>
                  <a:pt x="7284203" y="0"/>
                </a:lnTo>
                <a:lnTo>
                  <a:pt x="5610386" y="6882938"/>
                </a:lnTo>
                <a:lnTo>
                  <a:pt x="0" y="6867440"/>
                </a:lnTo>
                <a:lnTo>
                  <a:pt x="0" y="0"/>
                </a:lnTo>
                <a:close/>
              </a:path>
            </a:pathLst>
          </a:cu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B2696218-EA6F-DE53-DF14-6383AEA46217}"/>
              </a:ext>
            </a:extLst>
          </p:cNvPr>
          <p:cNvSpPr>
            <a:spLocks noGrp="1"/>
          </p:cNvSpPr>
          <p:nvPr>
            <p:ph type="title" hasCustomPrompt="1"/>
          </p:nvPr>
        </p:nvSpPr>
        <p:spPr>
          <a:xfrm>
            <a:off x="1142005" y="891153"/>
            <a:ext cx="3932237" cy="1600200"/>
          </a:xfrm>
        </p:spPr>
        <p:txBody>
          <a:bodyPr anchor="b"/>
          <a:lstStyle>
            <a:lvl1pPr>
              <a:defRPr sz="3200">
                <a:solidFill>
                  <a:schemeClr val="tx1"/>
                </a:solidFill>
              </a:defRPr>
            </a:lvl1pPr>
          </a:lstStyle>
          <a:p>
            <a:r>
              <a:rPr lang="en-US" dirty="0"/>
              <a:t>Click to add title</a:t>
            </a:r>
          </a:p>
        </p:txBody>
      </p:sp>
      <p:sp>
        <p:nvSpPr>
          <p:cNvPr id="12" name="Text Placeholder 3">
            <a:extLst>
              <a:ext uri="{FF2B5EF4-FFF2-40B4-BE49-F238E27FC236}">
                <a16:creationId xmlns:a16="http://schemas.microsoft.com/office/drawing/2014/main" id="{4B620EBE-30BB-D534-67D3-D8578AA6839B}"/>
              </a:ext>
            </a:extLst>
          </p:cNvPr>
          <p:cNvSpPr>
            <a:spLocks noGrp="1"/>
          </p:cNvSpPr>
          <p:nvPr>
            <p:ph type="body" sz="half" idx="2"/>
          </p:nvPr>
        </p:nvSpPr>
        <p:spPr>
          <a:xfrm>
            <a:off x="1142005" y="2491353"/>
            <a:ext cx="3932237" cy="3811588"/>
          </a:xfrm>
        </p:spPr>
        <p:txBody>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Slide Number Placeholder 2">
            <a:extLst>
              <a:ext uri="{FF2B5EF4-FFF2-40B4-BE49-F238E27FC236}">
                <a16:creationId xmlns:a16="http://schemas.microsoft.com/office/drawing/2014/main" id="{3223C719-BBA8-8B6C-9920-142BDE7BBF5C}"/>
              </a:ext>
            </a:extLst>
          </p:cNvPr>
          <p:cNvSpPr>
            <a:spLocks noGrp="1"/>
          </p:cNvSpPr>
          <p:nvPr>
            <p:ph type="sldNum" sz="quarter" idx="12"/>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39415020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nd Slide - Black">
    <p:bg>
      <p:bgPr>
        <a:solidFill>
          <a:schemeClr val="tx1"/>
        </a:solidFill>
        <a:effectLst/>
      </p:bgPr>
    </p:bg>
    <p:spTree>
      <p:nvGrpSpPr>
        <p:cNvPr id="1" name=""/>
        <p:cNvGrpSpPr/>
        <p:nvPr/>
      </p:nvGrpSpPr>
      <p:grpSpPr>
        <a:xfrm>
          <a:off x="0" y="0"/>
          <a:ext cx="0" cy="0"/>
          <a:chOff x="0" y="0"/>
          <a:chExt cx="0" cy="0"/>
        </a:xfrm>
      </p:grpSpPr>
      <p:pic>
        <p:nvPicPr>
          <p:cNvPr id="2" name="Black Triangle">
            <a:extLst>
              <a:ext uri="{FF2B5EF4-FFF2-40B4-BE49-F238E27FC236}">
                <a16:creationId xmlns:a16="http://schemas.microsoft.com/office/drawing/2014/main" id="{E6FF8326-7C7F-B6EE-5081-7AD19B61BF99}"/>
              </a:ext>
            </a:extLst>
          </p:cNvPr>
          <p:cNvPicPr>
            <a:picLocks noChangeAspect="1"/>
          </p:cNvPicPr>
          <p:nvPr userDrawn="1"/>
        </p:nvPicPr>
        <p:blipFill>
          <a:blip r:embed="rId2"/>
          <a:stretch>
            <a:fillRect/>
          </a:stretch>
        </p:blipFill>
        <p:spPr>
          <a:xfrm>
            <a:off x="9956800" y="0"/>
            <a:ext cx="2235200" cy="6858000"/>
          </a:xfrm>
          <a:prstGeom prst="rect">
            <a:avLst/>
          </a:prstGeom>
          <a:noFill/>
        </p:spPr>
      </p:pic>
      <p:sp>
        <p:nvSpPr>
          <p:cNvPr id="6" name="Triangle 5">
            <a:extLst>
              <a:ext uri="{FF2B5EF4-FFF2-40B4-BE49-F238E27FC236}">
                <a16:creationId xmlns:a16="http://schemas.microsoft.com/office/drawing/2014/main" id="{47BD40D6-A6F9-8B8C-560F-0C7A97097E8F}"/>
              </a:ext>
            </a:extLst>
          </p:cNvPr>
          <p:cNvSpPr/>
          <p:nvPr userDrawn="1"/>
        </p:nvSpPr>
        <p:spPr>
          <a:xfrm>
            <a:off x="9954706" y="-9439"/>
            <a:ext cx="2246721" cy="6867440"/>
          </a:xfrm>
          <a:custGeom>
            <a:avLst/>
            <a:gdLst>
              <a:gd name="connsiteX0" fmla="*/ 0 w 2243579"/>
              <a:gd name="connsiteY0" fmla="*/ 0 h 6881568"/>
              <a:gd name="connsiteX1" fmla="*/ 2243579 w 2243579"/>
              <a:gd name="connsiteY1" fmla="*/ 0 h 6881568"/>
              <a:gd name="connsiteX2" fmla="*/ 2243579 w 2243579"/>
              <a:gd name="connsiteY2" fmla="*/ 6881568 h 6881568"/>
              <a:gd name="connsiteX3" fmla="*/ 0 w 2243579"/>
              <a:gd name="connsiteY3" fmla="*/ 6881568 h 6881568"/>
              <a:gd name="connsiteX4" fmla="*/ 0 w 2243579"/>
              <a:gd name="connsiteY4" fmla="*/ 0 h 6881568"/>
              <a:gd name="connsiteX0" fmla="*/ 1300899 w 2243579"/>
              <a:gd name="connsiteY0" fmla="*/ 565608 h 6881568"/>
              <a:gd name="connsiteX1" fmla="*/ 2243579 w 2243579"/>
              <a:gd name="connsiteY1" fmla="*/ 0 h 6881568"/>
              <a:gd name="connsiteX2" fmla="*/ 2243579 w 2243579"/>
              <a:gd name="connsiteY2" fmla="*/ 6881568 h 6881568"/>
              <a:gd name="connsiteX3" fmla="*/ 0 w 2243579"/>
              <a:gd name="connsiteY3" fmla="*/ 6881568 h 6881568"/>
              <a:gd name="connsiteX4" fmla="*/ 1300899 w 2243579"/>
              <a:gd name="connsiteY4" fmla="*/ 565608 h 6881568"/>
              <a:gd name="connsiteX0" fmla="*/ 1602557 w 2243579"/>
              <a:gd name="connsiteY0" fmla="*/ 18854 h 6881568"/>
              <a:gd name="connsiteX1" fmla="*/ 2243579 w 2243579"/>
              <a:gd name="connsiteY1" fmla="*/ 0 h 6881568"/>
              <a:gd name="connsiteX2" fmla="*/ 2243579 w 2243579"/>
              <a:gd name="connsiteY2" fmla="*/ 6881568 h 6881568"/>
              <a:gd name="connsiteX3" fmla="*/ 0 w 2243579"/>
              <a:gd name="connsiteY3" fmla="*/ 6881568 h 6881568"/>
              <a:gd name="connsiteX4" fmla="*/ 1602557 w 2243579"/>
              <a:gd name="connsiteY4" fmla="*/ 18854 h 6881568"/>
              <a:gd name="connsiteX0" fmla="*/ 1319753 w 1960775"/>
              <a:gd name="connsiteY0" fmla="*/ 18854 h 6881568"/>
              <a:gd name="connsiteX1" fmla="*/ 1960775 w 1960775"/>
              <a:gd name="connsiteY1" fmla="*/ 0 h 6881568"/>
              <a:gd name="connsiteX2" fmla="*/ 1960775 w 1960775"/>
              <a:gd name="connsiteY2" fmla="*/ 6881568 h 6881568"/>
              <a:gd name="connsiteX3" fmla="*/ 0 w 1960775"/>
              <a:gd name="connsiteY3" fmla="*/ 6806154 h 6881568"/>
              <a:gd name="connsiteX4" fmla="*/ 1319753 w 1960775"/>
              <a:gd name="connsiteY4" fmla="*/ 18854 h 6881568"/>
              <a:gd name="connsiteX0" fmla="*/ 1593130 w 2234152"/>
              <a:gd name="connsiteY0" fmla="*/ 18854 h 6881569"/>
              <a:gd name="connsiteX1" fmla="*/ 2234152 w 2234152"/>
              <a:gd name="connsiteY1" fmla="*/ 0 h 6881569"/>
              <a:gd name="connsiteX2" fmla="*/ 2234152 w 2234152"/>
              <a:gd name="connsiteY2" fmla="*/ 6881568 h 6881569"/>
              <a:gd name="connsiteX3" fmla="*/ 0 w 2234152"/>
              <a:gd name="connsiteY3" fmla="*/ 6881569 h 6881569"/>
              <a:gd name="connsiteX4" fmla="*/ 1593130 w 2234152"/>
              <a:gd name="connsiteY4" fmla="*/ 18854 h 6881569"/>
              <a:gd name="connsiteX0" fmla="*/ 1583717 w 2234152"/>
              <a:gd name="connsiteY0" fmla="*/ 9420 h 6881569"/>
              <a:gd name="connsiteX1" fmla="*/ 2234152 w 2234152"/>
              <a:gd name="connsiteY1" fmla="*/ 0 h 6881569"/>
              <a:gd name="connsiteX2" fmla="*/ 2234152 w 2234152"/>
              <a:gd name="connsiteY2" fmla="*/ 6881568 h 6881569"/>
              <a:gd name="connsiteX3" fmla="*/ 0 w 2234152"/>
              <a:gd name="connsiteY3" fmla="*/ 6881569 h 6881569"/>
              <a:gd name="connsiteX4" fmla="*/ 1583717 w 2234152"/>
              <a:gd name="connsiteY4" fmla="*/ 9420 h 6881569"/>
              <a:gd name="connsiteX0" fmla="*/ 1583717 w 2243566"/>
              <a:gd name="connsiteY0" fmla="*/ 0 h 6872149"/>
              <a:gd name="connsiteX1" fmla="*/ 2243566 w 2243566"/>
              <a:gd name="connsiteY1" fmla="*/ 12 h 6872149"/>
              <a:gd name="connsiteX2" fmla="*/ 2234152 w 2243566"/>
              <a:gd name="connsiteY2" fmla="*/ 6872148 h 6872149"/>
              <a:gd name="connsiteX3" fmla="*/ 0 w 2243566"/>
              <a:gd name="connsiteY3" fmla="*/ 6872149 h 6872149"/>
              <a:gd name="connsiteX4" fmla="*/ 1583717 w 2243566"/>
              <a:gd name="connsiteY4" fmla="*/ 0 h 6872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3566" h="6872149">
                <a:moveTo>
                  <a:pt x="1583717" y="0"/>
                </a:moveTo>
                <a:lnTo>
                  <a:pt x="2243566" y="12"/>
                </a:lnTo>
                <a:lnTo>
                  <a:pt x="2234152" y="6872148"/>
                </a:lnTo>
                <a:lnTo>
                  <a:pt x="0" y="6872149"/>
                </a:lnTo>
                <a:lnTo>
                  <a:pt x="1583717" y="0"/>
                </a:lnTo>
                <a:close/>
              </a:path>
            </a:pathLst>
          </a:custGeom>
          <a:solidFill>
            <a:srgbClr val="CFB9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11870E27-202E-F717-3FB6-D69451DF1391}"/>
              </a:ext>
            </a:extLst>
          </p:cNvPr>
          <p:cNvSpPr>
            <a:spLocks noGrp="1"/>
          </p:cNvSpPr>
          <p:nvPr>
            <p:ph type="title" hasCustomPrompt="1"/>
          </p:nvPr>
        </p:nvSpPr>
        <p:spPr>
          <a:xfrm>
            <a:off x="805070" y="2466280"/>
            <a:ext cx="7981645" cy="719757"/>
          </a:xfrm>
        </p:spPr>
        <p:txBody>
          <a:bodyPr>
            <a:noAutofit/>
          </a:bodyPr>
          <a:lstStyle>
            <a:lvl1pPr>
              <a:defRPr sz="9600" cap="none">
                <a:solidFill>
                  <a:schemeClr val="bg1"/>
                </a:solidFill>
              </a:defRPr>
            </a:lvl1pPr>
          </a:lstStyle>
          <a:p>
            <a:r>
              <a:rPr lang="en-US" dirty="0"/>
              <a:t>THANK YOU</a:t>
            </a:r>
          </a:p>
        </p:txBody>
      </p:sp>
      <p:sp>
        <p:nvSpPr>
          <p:cNvPr id="9" name="Text Placeholder 8">
            <a:extLst>
              <a:ext uri="{FF2B5EF4-FFF2-40B4-BE49-F238E27FC236}">
                <a16:creationId xmlns:a16="http://schemas.microsoft.com/office/drawing/2014/main" id="{3F3E966E-ACAB-E285-70D0-66AC08DF1386}"/>
              </a:ext>
            </a:extLst>
          </p:cNvPr>
          <p:cNvSpPr>
            <a:spLocks noGrp="1"/>
          </p:cNvSpPr>
          <p:nvPr>
            <p:ph type="body" sz="quarter" idx="10" hasCustomPrompt="1"/>
          </p:nvPr>
        </p:nvSpPr>
        <p:spPr>
          <a:xfrm>
            <a:off x="924339" y="3434010"/>
            <a:ext cx="7874567" cy="449263"/>
          </a:xfrm>
        </p:spPr>
        <p:txBody>
          <a:bodyPr>
            <a:normAutofit/>
          </a:bodyPr>
          <a:lstStyle>
            <a:lvl1pPr marL="0" indent="0">
              <a:buFontTx/>
              <a:buNone/>
              <a:defRPr sz="1800" b="0" i="0">
                <a:solidFill>
                  <a:schemeClr val="bg2"/>
                </a:solidFill>
                <a:latin typeface="Acumin Pro Medium"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add contact info</a:t>
            </a:r>
          </a:p>
        </p:txBody>
      </p:sp>
      <p:pic>
        <p:nvPicPr>
          <p:cNvPr id="8" name="Purdue Logo" descr="Purdue Logo">
            <a:extLst>
              <a:ext uri="{FF2B5EF4-FFF2-40B4-BE49-F238E27FC236}">
                <a16:creationId xmlns:a16="http://schemas.microsoft.com/office/drawing/2014/main" id="{D1A65555-63A8-D3C1-AA71-F25B3071BDC0}"/>
              </a:ext>
            </a:extLst>
          </p:cNvPr>
          <p:cNvPicPr>
            <a:picLocks noChangeAspect="1"/>
          </p:cNvPicPr>
          <p:nvPr userDrawn="1"/>
        </p:nvPicPr>
        <p:blipFill>
          <a:blip r:embed="rId3"/>
          <a:stretch>
            <a:fillRect/>
          </a:stretch>
        </p:blipFill>
        <p:spPr>
          <a:xfrm>
            <a:off x="805070" y="5739119"/>
            <a:ext cx="2709200" cy="484939"/>
          </a:xfrm>
          <a:prstGeom prst="rect">
            <a:avLst/>
          </a:prstGeom>
        </p:spPr>
      </p:pic>
    </p:spTree>
    <p:extLst>
      <p:ext uri="{BB962C8B-B14F-4D97-AF65-F5344CB8AC3E}">
        <p14:creationId xmlns:p14="http://schemas.microsoft.com/office/powerpoint/2010/main" val="7036539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nd Slide - Gold">
    <p:bg>
      <p:bgPr>
        <a:solidFill>
          <a:schemeClr val="accent1"/>
        </a:solidFill>
        <a:effectLst/>
      </p:bgPr>
    </p:bg>
    <p:spTree>
      <p:nvGrpSpPr>
        <p:cNvPr id="1" name=""/>
        <p:cNvGrpSpPr/>
        <p:nvPr/>
      </p:nvGrpSpPr>
      <p:grpSpPr>
        <a:xfrm>
          <a:off x="0" y="0"/>
          <a:ext cx="0" cy="0"/>
          <a:chOff x="0" y="0"/>
          <a:chExt cx="0" cy="0"/>
        </a:xfrm>
      </p:grpSpPr>
      <p:pic>
        <p:nvPicPr>
          <p:cNvPr id="2" name="Black Triangle">
            <a:extLst>
              <a:ext uri="{FF2B5EF4-FFF2-40B4-BE49-F238E27FC236}">
                <a16:creationId xmlns:a16="http://schemas.microsoft.com/office/drawing/2014/main" id="{E6FF8326-7C7F-B6EE-5081-7AD19B61BF99}"/>
              </a:ext>
            </a:extLst>
          </p:cNvPr>
          <p:cNvPicPr>
            <a:picLocks noChangeAspect="1"/>
          </p:cNvPicPr>
          <p:nvPr userDrawn="1"/>
        </p:nvPicPr>
        <p:blipFill>
          <a:blip r:embed="rId2"/>
          <a:stretch>
            <a:fillRect/>
          </a:stretch>
        </p:blipFill>
        <p:spPr>
          <a:xfrm>
            <a:off x="9956800" y="0"/>
            <a:ext cx="2235200" cy="6858000"/>
          </a:xfrm>
          <a:prstGeom prst="rect">
            <a:avLst/>
          </a:prstGeom>
          <a:noFill/>
        </p:spPr>
      </p:pic>
      <p:pic>
        <p:nvPicPr>
          <p:cNvPr id="4" name="Purdue Logo" descr="Purdue Logo">
            <a:extLst>
              <a:ext uri="{FF2B5EF4-FFF2-40B4-BE49-F238E27FC236}">
                <a16:creationId xmlns:a16="http://schemas.microsoft.com/office/drawing/2014/main" id="{BA4B2908-555F-78CD-D5EA-D087520FF3FF}"/>
              </a:ext>
            </a:extLst>
          </p:cNvPr>
          <p:cNvPicPr>
            <a:picLocks noChangeAspect="1"/>
          </p:cNvPicPr>
          <p:nvPr userDrawn="1"/>
        </p:nvPicPr>
        <p:blipFill>
          <a:blip r:embed="rId3"/>
          <a:stretch>
            <a:fillRect/>
          </a:stretch>
        </p:blipFill>
        <p:spPr>
          <a:xfrm>
            <a:off x="1034143" y="5756156"/>
            <a:ext cx="2709200" cy="484940"/>
          </a:xfrm>
          <a:prstGeom prst="rect">
            <a:avLst/>
          </a:prstGeom>
        </p:spPr>
      </p:pic>
      <p:sp>
        <p:nvSpPr>
          <p:cNvPr id="3" name="Title 6">
            <a:extLst>
              <a:ext uri="{FF2B5EF4-FFF2-40B4-BE49-F238E27FC236}">
                <a16:creationId xmlns:a16="http://schemas.microsoft.com/office/drawing/2014/main" id="{1648B145-A545-0D6D-AFF0-0F715C90759F}"/>
              </a:ext>
            </a:extLst>
          </p:cNvPr>
          <p:cNvSpPr>
            <a:spLocks noGrp="1"/>
          </p:cNvSpPr>
          <p:nvPr>
            <p:ph type="title" hasCustomPrompt="1"/>
          </p:nvPr>
        </p:nvSpPr>
        <p:spPr>
          <a:xfrm>
            <a:off x="805070" y="2466280"/>
            <a:ext cx="7981645" cy="719757"/>
          </a:xfrm>
        </p:spPr>
        <p:txBody>
          <a:bodyPr>
            <a:noAutofit/>
          </a:bodyPr>
          <a:lstStyle>
            <a:lvl1pPr>
              <a:defRPr sz="9600" cap="none">
                <a:solidFill>
                  <a:schemeClr val="tx1"/>
                </a:solidFill>
              </a:defRPr>
            </a:lvl1pPr>
          </a:lstStyle>
          <a:p>
            <a:r>
              <a:rPr lang="en-US" dirty="0"/>
              <a:t>THANK YOU</a:t>
            </a:r>
          </a:p>
        </p:txBody>
      </p:sp>
      <p:sp>
        <p:nvSpPr>
          <p:cNvPr id="5" name="Text Placeholder 8">
            <a:extLst>
              <a:ext uri="{FF2B5EF4-FFF2-40B4-BE49-F238E27FC236}">
                <a16:creationId xmlns:a16="http://schemas.microsoft.com/office/drawing/2014/main" id="{E3D40940-377F-6BBC-02CB-083B672BF56B}"/>
              </a:ext>
            </a:extLst>
          </p:cNvPr>
          <p:cNvSpPr>
            <a:spLocks noGrp="1"/>
          </p:cNvSpPr>
          <p:nvPr>
            <p:ph type="body" sz="quarter" idx="10" hasCustomPrompt="1"/>
          </p:nvPr>
        </p:nvSpPr>
        <p:spPr>
          <a:xfrm>
            <a:off x="924339" y="3434010"/>
            <a:ext cx="7874567" cy="449263"/>
          </a:xfrm>
        </p:spPr>
        <p:txBody>
          <a:bodyPr>
            <a:normAutofit/>
          </a:bodyPr>
          <a:lstStyle>
            <a:lvl1pPr marL="0" indent="0">
              <a:buFontTx/>
              <a:buNone/>
              <a:defRPr sz="1800" b="0" i="0">
                <a:solidFill>
                  <a:schemeClr val="tx1"/>
                </a:solidFill>
                <a:latin typeface="Acumin Pro Medium"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add contact info</a:t>
            </a:r>
          </a:p>
        </p:txBody>
      </p:sp>
    </p:spTree>
    <p:extLst>
      <p:ext uri="{BB962C8B-B14F-4D97-AF65-F5344CB8AC3E}">
        <p14:creationId xmlns:p14="http://schemas.microsoft.com/office/powerpoint/2010/main" val="161802538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AF61CC-58D4-72CE-66CA-BFE87D085DCB}"/>
              </a:ext>
            </a:extLst>
          </p:cNvPr>
          <p:cNvSpPr>
            <a:spLocks noGrp="1"/>
          </p:cNvSpPr>
          <p:nvPr>
            <p:ph type="title"/>
          </p:nvPr>
        </p:nvSpPr>
        <p:spPr>
          <a:xfrm>
            <a:off x="468086" y="385004"/>
            <a:ext cx="11266714" cy="589032"/>
          </a:xfrm>
          <a:prstGeom prst="rect">
            <a:avLst/>
          </a:prstGeom>
        </p:spPr>
        <p:txBody>
          <a:bodyPr vert="horz" lIns="91440" tIns="45720" rIns="91440" bIns="45720" rtlCol="0" anchor="ctr">
            <a:normAutofit/>
          </a:bodyPr>
          <a:lstStyle/>
          <a:p>
            <a:r>
              <a:rPr lang="en-US" dirty="0"/>
              <a:t>Click to edit Master slide title</a:t>
            </a:r>
          </a:p>
        </p:txBody>
      </p:sp>
      <p:sp>
        <p:nvSpPr>
          <p:cNvPr id="3" name="Text Placeholder 2">
            <a:extLst>
              <a:ext uri="{FF2B5EF4-FFF2-40B4-BE49-F238E27FC236}">
                <a16:creationId xmlns:a16="http://schemas.microsoft.com/office/drawing/2014/main" id="{41FD4295-B2CD-F1FF-F99B-B267D1740FB9}"/>
              </a:ext>
            </a:extLst>
          </p:cNvPr>
          <p:cNvSpPr>
            <a:spLocks noGrp="1"/>
          </p:cNvSpPr>
          <p:nvPr>
            <p:ph type="body" idx="1"/>
          </p:nvPr>
        </p:nvSpPr>
        <p:spPr>
          <a:xfrm>
            <a:off x="468086" y="1192696"/>
            <a:ext cx="11266714" cy="48379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5DCC5ACE-5747-34C7-00B2-2E4EABE6A031}"/>
              </a:ext>
            </a:extLst>
          </p:cNvPr>
          <p:cNvSpPr>
            <a:spLocks noGrp="1"/>
          </p:cNvSpPr>
          <p:nvPr>
            <p:ph type="sldNum" sz="quarter" idx="4"/>
          </p:nvPr>
        </p:nvSpPr>
        <p:spPr>
          <a:xfrm>
            <a:off x="10634663" y="6290433"/>
            <a:ext cx="110013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3825614813"/>
      </p:ext>
    </p:extLst>
  </p:cSld>
  <p:clrMap bg1="lt1" tx1="dk1" bg2="lt2" tx2="dk2" accent1="accent1" accent2="accent2" accent3="accent3" accent4="accent4" accent5="accent5" accent6="accent6" hlink="hlink" folHlink="folHlink"/>
  <p:sldLayoutIdLst>
    <p:sldLayoutId id="2147483649" r:id="rId1"/>
    <p:sldLayoutId id="2147483686" r:id="rId2"/>
    <p:sldLayoutId id="2147483702" r:id="rId3"/>
    <p:sldLayoutId id="2147483708" r:id="rId4"/>
    <p:sldLayoutId id="2147483687" r:id="rId5"/>
    <p:sldLayoutId id="2147483714" r:id="rId6"/>
    <p:sldLayoutId id="2147483688" r:id="rId7"/>
    <p:sldLayoutId id="2147483650" r:id="rId8"/>
    <p:sldLayoutId id="2147483701" r:id="rId9"/>
    <p:sldLayoutId id="2147483711" r:id="rId10"/>
    <p:sldLayoutId id="2147483712" r:id="rId11"/>
    <p:sldLayoutId id="2147483656" r:id="rId12"/>
    <p:sldLayoutId id="2147483657" r:id="rId13"/>
    <p:sldLayoutId id="2147483706" r:id="rId14"/>
    <p:sldLayoutId id="2147483705" r:id="rId15"/>
    <p:sldLayoutId id="2147483707" r:id="rId16"/>
    <p:sldLayoutId id="2147483713" r:id="rId17"/>
    <p:sldLayoutId id="2147483709" r:id="rId18"/>
    <p:sldLayoutId id="2147483710" r:id="rId19"/>
    <p:sldLayoutId id="2147483653" r:id="rId20"/>
    <p:sldLayoutId id="2147483690" r:id="rId21"/>
    <p:sldLayoutId id="2147483704" r:id="rId22"/>
    <p:sldLayoutId id="2147483692" r:id="rId23"/>
    <p:sldLayoutId id="2147483693" r:id="rId24"/>
    <p:sldLayoutId id="2147483691" r:id="rId25"/>
    <p:sldLayoutId id="2147483703" r:id="rId26"/>
  </p:sldLayoutIdLst>
  <p:hf sldNum="0" hdr="0" ftr="0" dt="0"/>
  <p:txStyles>
    <p:titleStyle>
      <a:lvl1pPr algn="l" defTabSz="914400" rtl="0" eaLnBrk="1" fontAlgn="b" latinLnBrk="0" hangingPunct="1">
        <a:lnSpc>
          <a:spcPct val="90000"/>
        </a:lnSpc>
        <a:spcBef>
          <a:spcPct val="0"/>
        </a:spcBef>
        <a:buNone/>
        <a:defRPr lang="en-US" sz="4800" b="1" i="1" kern="1200" cap="none" baseline="0" dirty="0">
          <a:solidFill>
            <a:schemeClr val="tx1"/>
          </a:solidFill>
          <a:latin typeface="Acumin Pro Condensed Semibold" panose="020B0506020202020204" pitchFamily="34" charset="77"/>
          <a:ea typeface="+mj-ea"/>
          <a:cs typeface="+mj-cs"/>
        </a:defRPr>
      </a:lvl1pPr>
    </p:titleStyle>
    <p:body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5" Type="http://schemas.openxmlformats.org/officeDocument/2006/relationships/image" Target="../media/image3.emf"/><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3.emf"/><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emf"/><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arxiv.org/abs/2308.11030" TargetMode="External"/><Relationship Id="rId7" Type="http://schemas.openxmlformats.org/officeDocument/2006/relationships/hyperlink" Target="https://doi.org/10.1109/ISCA52012.2021.00013" TargetMode="External"/><Relationship Id="rId2" Type="http://schemas.openxmlformats.org/officeDocument/2006/relationships/hyperlink" Target="https://arxiv.org/abs/2606.05511" TargetMode="External"/><Relationship Id="rId1" Type="http://schemas.openxmlformats.org/officeDocument/2006/relationships/slideLayout" Target="../slideLayouts/slideLayout7.xml"/><Relationship Id="rId6" Type="http://schemas.openxmlformats.org/officeDocument/2006/relationships/hyperlink" Target="https://github.com/scale-snu/attacc_simulator" TargetMode="External"/><Relationship Id="rId5" Type="http://schemas.openxmlformats.org/officeDocument/2006/relationships/hyperlink" Target="https://doi.org/10.1145/3620665.3640422" TargetMode="External"/><Relationship Id="rId4" Type="http://schemas.openxmlformats.org/officeDocument/2006/relationships/hyperlink" Target="https://github.com/CMU-SAFARI/ramulator2"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arxiv.org/pdf/2309.06180" TargetMode="External"/><Relationship Id="rId7" Type="http://schemas.openxmlformats.org/officeDocument/2006/relationships/hyperlink" Target="https://arxiv.org/abs/2504.17584" TargetMode="External"/><Relationship Id="rId2" Type="http://schemas.openxmlformats.org/officeDocument/2006/relationships/hyperlink" Target="https://github.com/vllm-project/vllm" TargetMode="External"/><Relationship Id="rId1" Type="http://schemas.openxmlformats.org/officeDocument/2006/relationships/slideLayout" Target="../slideLayouts/slideLayout7.xml"/><Relationship Id="rId6" Type="http://schemas.openxmlformats.org/officeDocument/2006/relationships/hyperlink" Target="https://arxiv.org/abs/2412.20166" TargetMode="External"/><Relationship Id="rId5" Type="http://schemas.openxmlformats.org/officeDocument/2006/relationships/hyperlink" Target="https://github.com/casys-kaist/NeuPIMs" TargetMode="External"/><Relationship Id="rId4" Type="http://schemas.openxmlformats.org/officeDocument/2006/relationships/hyperlink" Target="https://doi.org/10.1145/3620666.3651380"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1109/dac63849.2025.11133193" TargetMode="External"/><Relationship Id="rId2" Type="http://schemas.openxmlformats.org/officeDocument/2006/relationships/hyperlink" Target="https://arxiv.org/abs/2505.05772" TargetMode="External"/><Relationship Id="rId1" Type="http://schemas.openxmlformats.org/officeDocument/2006/relationships/slideLayout" Target="../slideLayouts/slideLayout7.xml"/><Relationship Id="rId5" Type="http://schemas.openxmlformats.org/officeDocument/2006/relationships/hyperlink" Target="https://arxiv.org/abs/2609.11392" TargetMode="External"/><Relationship Id="rId4" Type="http://schemas.openxmlformats.org/officeDocument/2006/relationships/hyperlink" Target="https://arxiv.org/abs/2608.04169"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F09A7-CF48-9701-322A-A0BBD1C2F6CD}"/>
              </a:ext>
            </a:extLst>
          </p:cNvPr>
          <p:cNvSpPr>
            <a:spLocks noGrp="1"/>
          </p:cNvSpPr>
          <p:nvPr>
            <p:ph type="title"/>
          </p:nvPr>
        </p:nvSpPr>
        <p:spPr>
          <a:xfrm>
            <a:off x="1023257" y="1857023"/>
            <a:ext cx="7763458" cy="592834"/>
          </a:xfrm>
        </p:spPr>
        <p:txBody>
          <a:bodyPr/>
          <a:lstStyle/>
          <a:p>
            <a:r>
              <a:rPr lang="en-US" sz="6000" dirty="0"/>
              <a:t>KV-</a:t>
            </a:r>
            <a:r>
              <a:rPr lang="en-US" sz="6000" dirty="0" err="1"/>
              <a:t>PIMple</a:t>
            </a:r>
            <a:endParaRPr lang="en-US" sz="6000" dirty="0"/>
          </a:p>
        </p:txBody>
      </p:sp>
      <p:sp>
        <p:nvSpPr>
          <p:cNvPr id="3" name="Text Placeholder 2">
            <a:extLst>
              <a:ext uri="{FF2B5EF4-FFF2-40B4-BE49-F238E27FC236}">
                <a16:creationId xmlns:a16="http://schemas.microsoft.com/office/drawing/2014/main" id="{5991BF94-59A9-105F-273E-B29E440F2501}"/>
              </a:ext>
            </a:extLst>
          </p:cNvPr>
          <p:cNvSpPr>
            <a:spLocks noGrp="1"/>
          </p:cNvSpPr>
          <p:nvPr>
            <p:ph type="body" sz="quarter" idx="10"/>
          </p:nvPr>
        </p:nvSpPr>
        <p:spPr>
          <a:xfrm>
            <a:off x="1023257" y="2602705"/>
            <a:ext cx="7763458" cy="449263"/>
          </a:xfrm>
        </p:spPr>
        <p:txBody>
          <a:bodyPr/>
          <a:lstStyle/>
          <a:p>
            <a:r>
              <a:rPr lang="en-US" dirty="0"/>
              <a:t>PIM-aware KV-cache Allocation for LLM Decode</a:t>
            </a:r>
          </a:p>
          <a:p>
            <a:r>
              <a:rPr lang="en-US" dirty="0"/>
              <a:t>Kiet Vu</a:t>
            </a:r>
          </a:p>
        </p:txBody>
      </p:sp>
      <p:sp>
        <p:nvSpPr>
          <p:cNvPr id="4" name="Text Placeholder 3">
            <a:extLst>
              <a:ext uri="{FF2B5EF4-FFF2-40B4-BE49-F238E27FC236}">
                <a16:creationId xmlns:a16="http://schemas.microsoft.com/office/drawing/2014/main" id="{0C218A17-096C-AED1-C745-D58ECF2EFEFF}"/>
              </a:ext>
            </a:extLst>
          </p:cNvPr>
          <p:cNvSpPr>
            <a:spLocks noGrp="1"/>
          </p:cNvSpPr>
          <p:nvPr>
            <p:ph type="body" sz="quarter" idx="11"/>
          </p:nvPr>
        </p:nvSpPr>
        <p:spPr>
          <a:xfrm>
            <a:off x="1023257" y="3501233"/>
            <a:ext cx="7763458" cy="449263"/>
          </a:xfrm>
        </p:spPr>
        <p:txBody>
          <a:bodyPr/>
          <a:lstStyle/>
          <a:p>
            <a:r>
              <a:rPr lang="en-US" dirty="0"/>
              <a:t>9/15/26</a:t>
            </a:r>
          </a:p>
        </p:txBody>
      </p:sp>
    </p:spTree>
    <p:extLst>
      <p:ext uri="{BB962C8B-B14F-4D97-AF65-F5344CB8AC3E}">
        <p14:creationId xmlns:p14="http://schemas.microsoft.com/office/powerpoint/2010/main" val="4154997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884ED-9642-CD5C-7F0C-4965AA3C21C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9A4C39-BEA7-3224-DEE2-942C5FF23851}"/>
              </a:ext>
            </a:extLst>
          </p:cNvPr>
          <p:cNvPicPr>
            <a:picLocks noChangeAspect="1"/>
          </p:cNvPicPr>
          <p:nvPr/>
        </p:nvPicPr>
        <p:blipFill>
          <a:blip r:embed="rId2"/>
          <a:srcRect b="6234"/>
          <a:stretch>
            <a:fillRect/>
          </a:stretch>
        </p:blipFill>
        <p:spPr>
          <a:xfrm>
            <a:off x="267844" y="753208"/>
            <a:ext cx="9604137" cy="3174022"/>
          </a:xfrm>
          <a:prstGeom prst="rect">
            <a:avLst/>
          </a:prstGeom>
        </p:spPr>
      </p:pic>
      <p:sp>
        <p:nvSpPr>
          <p:cNvPr id="3" name="Title 2">
            <a:extLst>
              <a:ext uri="{FF2B5EF4-FFF2-40B4-BE49-F238E27FC236}">
                <a16:creationId xmlns:a16="http://schemas.microsoft.com/office/drawing/2014/main" id="{8D2D0131-1BCC-C0B7-1382-6D270F79ABF9}"/>
              </a:ext>
            </a:extLst>
          </p:cNvPr>
          <p:cNvSpPr>
            <a:spLocks noGrp="1"/>
          </p:cNvSpPr>
          <p:nvPr>
            <p:ph type="title"/>
          </p:nvPr>
        </p:nvSpPr>
        <p:spPr>
          <a:xfrm>
            <a:off x="0" y="117231"/>
            <a:ext cx="3318328" cy="944219"/>
          </a:xfrm>
        </p:spPr>
        <p:txBody>
          <a:bodyPr/>
          <a:lstStyle/>
          <a:p>
            <a:r>
              <a:rPr lang="en-US" dirty="0"/>
              <a:t>Background:</a:t>
            </a:r>
          </a:p>
        </p:txBody>
      </p:sp>
      <p:sp>
        <p:nvSpPr>
          <p:cNvPr id="4" name="Text Placeholder 3">
            <a:extLst>
              <a:ext uri="{FF2B5EF4-FFF2-40B4-BE49-F238E27FC236}">
                <a16:creationId xmlns:a16="http://schemas.microsoft.com/office/drawing/2014/main" id="{3F0C5035-BCC9-B71B-062E-33CCD4ABE531}"/>
              </a:ext>
            </a:extLst>
          </p:cNvPr>
          <p:cNvSpPr>
            <a:spLocks noGrp="1"/>
          </p:cNvSpPr>
          <p:nvPr>
            <p:ph type="body" sz="quarter" idx="10"/>
          </p:nvPr>
        </p:nvSpPr>
        <p:spPr>
          <a:xfrm>
            <a:off x="267844" y="4056184"/>
            <a:ext cx="9471967" cy="2778370"/>
          </a:xfrm>
        </p:spPr>
        <p:txBody>
          <a:bodyPr/>
          <a:lstStyle/>
          <a:p>
            <a:pPr marL="457200" indent="-457200" algn="l">
              <a:buAutoNum type="arabicPeriod"/>
            </a:pPr>
            <a:r>
              <a:rPr lang="en-US" b="0" dirty="0"/>
              <a:t>Prefill: The attention layers produce K (key) Q (query) V (value), with KV containing the context of previous tokens</a:t>
            </a:r>
          </a:p>
          <a:p>
            <a:pPr marL="457200" indent="-457200" algn="l">
              <a:buAutoNum type="arabicPeriod"/>
            </a:pPr>
            <a:r>
              <a:rPr lang="en-US" b="0" dirty="0"/>
              <a:t>Decode: scores Q against all past K</a:t>
            </a:r>
            <a:r>
              <a:rPr lang="en-US" b="0" dirty="0">
                <a:sym typeface="Wingdings" pitchFamily="2" charset="2"/>
              </a:rPr>
              <a:t> -&gt;</a:t>
            </a:r>
            <a:r>
              <a:rPr lang="en-US" b="0" dirty="0"/>
              <a:t> weights -&gt; weighted sum of V</a:t>
            </a:r>
          </a:p>
          <a:p>
            <a:pPr marL="457200" indent="-457200" algn="l">
              <a:buAutoNum type="arabicPeriod"/>
            </a:pPr>
            <a:r>
              <a:rPr lang="en-US" b="0" dirty="0"/>
              <a:t>KV cache: instead of recalculating the 2 matrices again per output token -&gt; store them -&gt; main usage of GPU memory (excluding weights) -&gt; trade compute-bound for memory-bound (wide margin)</a:t>
            </a:r>
          </a:p>
          <a:p>
            <a:pPr algn="l"/>
            <a:r>
              <a:rPr lang="en-US" dirty="0"/>
              <a:t>Problem: </a:t>
            </a:r>
            <a:r>
              <a:rPr lang="en-US" b="0" i="1" dirty="0"/>
              <a:t>The cache grows unpredictably since output length is unknown &amp; memory fragmentation -&gt; reserve &amp; waste memory space</a:t>
            </a:r>
            <a:endParaRPr lang="en-US" b="0" dirty="0"/>
          </a:p>
          <a:p>
            <a:pPr marL="457200" indent="-457200" algn="l">
              <a:buAutoNum type="arabicPeriod"/>
            </a:pPr>
            <a:endParaRPr lang="en-US" b="0" dirty="0"/>
          </a:p>
        </p:txBody>
      </p:sp>
      <p:pic>
        <p:nvPicPr>
          <p:cNvPr id="8" name="Picture 7">
            <a:extLst>
              <a:ext uri="{FF2B5EF4-FFF2-40B4-BE49-F238E27FC236}">
                <a16:creationId xmlns:a16="http://schemas.microsoft.com/office/drawing/2014/main" id="{6B49BC24-B127-7B08-3D38-A18056024844}"/>
              </a:ext>
            </a:extLst>
          </p:cNvPr>
          <p:cNvPicPr>
            <a:picLocks noChangeAspect="1"/>
          </p:cNvPicPr>
          <p:nvPr/>
        </p:nvPicPr>
        <p:blipFill>
          <a:blip r:embed="rId3"/>
          <a:stretch>
            <a:fillRect/>
          </a:stretch>
        </p:blipFill>
        <p:spPr>
          <a:xfrm>
            <a:off x="10070815" y="589340"/>
            <a:ext cx="1966897" cy="5944595"/>
          </a:xfrm>
          <a:prstGeom prst="rect">
            <a:avLst/>
          </a:prstGeom>
        </p:spPr>
      </p:pic>
    </p:spTree>
    <p:extLst>
      <p:ext uri="{BB962C8B-B14F-4D97-AF65-F5344CB8AC3E}">
        <p14:creationId xmlns:p14="http://schemas.microsoft.com/office/powerpoint/2010/main" val="2163515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385F8-97CF-26AF-1181-93F8FACC2A8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F5E4EBE-1825-6325-6C97-3A6432A65EFC}"/>
              </a:ext>
            </a:extLst>
          </p:cNvPr>
          <p:cNvSpPr>
            <a:spLocks noGrp="1"/>
          </p:cNvSpPr>
          <p:nvPr>
            <p:ph type="title"/>
          </p:nvPr>
        </p:nvSpPr>
        <p:spPr>
          <a:xfrm>
            <a:off x="0" y="117231"/>
            <a:ext cx="3318328" cy="944219"/>
          </a:xfrm>
        </p:spPr>
        <p:txBody>
          <a:bodyPr/>
          <a:lstStyle/>
          <a:p>
            <a:r>
              <a:rPr lang="en-US" dirty="0"/>
              <a:t>Background:</a:t>
            </a:r>
          </a:p>
        </p:txBody>
      </p:sp>
      <p:sp>
        <p:nvSpPr>
          <p:cNvPr id="4" name="Text Placeholder 3">
            <a:extLst>
              <a:ext uri="{FF2B5EF4-FFF2-40B4-BE49-F238E27FC236}">
                <a16:creationId xmlns:a16="http://schemas.microsoft.com/office/drawing/2014/main" id="{13F6BA4D-4F40-09C2-691B-BCA86DF58ACE}"/>
              </a:ext>
            </a:extLst>
          </p:cNvPr>
          <p:cNvSpPr>
            <a:spLocks noGrp="1"/>
          </p:cNvSpPr>
          <p:nvPr>
            <p:ph type="body" sz="quarter" idx="10"/>
          </p:nvPr>
        </p:nvSpPr>
        <p:spPr>
          <a:xfrm>
            <a:off x="152679" y="1061450"/>
            <a:ext cx="6019521" cy="2778370"/>
          </a:xfrm>
        </p:spPr>
        <p:txBody>
          <a:bodyPr/>
          <a:lstStyle/>
          <a:p>
            <a:pPr algn="l"/>
            <a:r>
              <a:rPr lang="en-US" dirty="0"/>
              <a:t>Problem: </a:t>
            </a:r>
            <a:r>
              <a:rPr lang="en-US" b="0" dirty="0"/>
              <a:t>Memory Fragmentation</a:t>
            </a:r>
            <a:endParaRPr lang="en-US" dirty="0"/>
          </a:p>
          <a:p>
            <a:pPr algn="l"/>
            <a:r>
              <a:rPr lang="en-US" dirty="0"/>
              <a:t>Solution:</a:t>
            </a:r>
            <a:r>
              <a:rPr lang="en-US" b="0" dirty="0"/>
              <a:t> </a:t>
            </a:r>
            <a:r>
              <a:rPr lang="en-US" b="0" dirty="0" err="1"/>
              <a:t>vLLM</a:t>
            </a:r>
            <a:r>
              <a:rPr lang="en-US" b="0" dirty="0"/>
              <a:t> &amp; </a:t>
            </a:r>
            <a:r>
              <a:rPr lang="en-US" b="0" dirty="0" err="1"/>
              <a:t>PagedAttention</a:t>
            </a:r>
            <a:endParaRPr lang="en-US" b="0" dirty="0"/>
          </a:p>
          <a:p>
            <a:pPr marL="342900" indent="-342900" algn="l">
              <a:buFontTx/>
              <a:buChar char="-"/>
            </a:pPr>
            <a:r>
              <a:rPr lang="en-US" b="0" dirty="0" err="1"/>
              <a:t>PagedAttention</a:t>
            </a:r>
            <a:r>
              <a:rPr lang="en-US" b="0" dirty="0"/>
              <a:t>: Borrows virtual memory &amp; paging from OS memory management</a:t>
            </a:r>
          </a:p>
          <a:p>
            <a:pPr marL="342900" indent="-342900" algn="l">
              <a:buFontTx/>
              <a:buChar char="-"/>
            </a:pPr>
            <a:r>
              <a:rPr lang="en-US" b="0" dirty="0"/>
              <a:t>Prefix sharing: identical prefixes point at the same physical block, copy-on-write on divergence</a:t>
            </a:r>
          </a:p>
          <a:p>
            <a:pPr marL="342900" indent="-342900" algn="l">
              <a:buFontTx/>
              <a:buChar char="-"/>
            </a:pPr>
            <a:endParaRPr lang="en-US" b="0" dirty="0"/>
          </a:p>
          <a:p>
            <a:pPr marL="457200" indent="-457200" algn="l">
              <a:buAutoNum type="arabicPeriod"/>
            </a:pPr>
            <a:endParaRPr lang="en-US" b="0" dirty="0"/>
          </a:p>
        </p:txBody>
      </p:sp>
      <p:pic>
        <p:nvPicPr>
          <p:cNvPr id="2" name="Picture 1" descr="Memory Fragmentation in operating system | Engineer's Portal">
            <a:extLst>
              <a:ext uri="{FF2B5EF4-FFF2-40B4-BE49-F238E27FC236}">
                <a16:creationId xmlns:a16="http://schemas.microsoft.com/office/drawing/2014/main" id="{F82F251C-BA9E-CC0A-3F28-2DB03E2FD7C5}"/>
              </a:ext>
            </a:extLst>
          </p:cNvPr>
          <p:cNvPicPr>
            <a:picLocks noChangeAspect="1"/>
          </p:cNvPicPr>
          <p:nvPr/>
        </p:nvPicPr>
        <p:blipFill>
          <a:blip r:embed="rId2"/>
          <a:stretch>
            <a:fillRect/>
          </a:stretch>
        </p:blipFill>
        <p:spPr>
          <a:xfrm>
            <a:off x="6172200" y="589340"/>
            <a:ext cx="5943600" cy="2286000"/>
          </a:xfrm>
          <a:prstGeom prst="rect">
            <a:avLst/>
          </a:prstGeom>
        </p:spPr>
      </p:pic>
      <p:pic>
        <p:nvPicPr>
          <p:cNvPr id="6" name="Picture 5" descr="How PagedAttention resolves memory waste of LLM systems | Red Hat Developer">
            <a:extLst>
              <a:ext uri="{FF2B5EF4-FFF2-40B4-BE49-F238E27FC236}">
                <a16:creationId xmlns:a16="http://schemas.microsoft.com/office/drawing/2014/main" id="{447C4C9E-4968-9458-1653-E960A6554DE1}"/>
              </a:ext>
            </a:extLst>
          </p:cNvPr>
          <p:cNvPicPr>
            <a:picLocks noChangeAspect="1"/>
          </p:cNvPicPr>
          <p:nvPr/>
        </p:nvPicPr>
        <p:blipFill>
          <a:blip r:embed="rId3"/>
          <a:stretch>
            <a:fillRect/>
          </a:stretch>
        </p:blipFill>
        <p:spPr>
          <a:xfrm>
            <a:off x="5158957" y="3217218"/>
            <a:ext cx="7033043" cy="2896794"/>
          </a:xfrm>
          <a:prstGeom prst="rect">
            <a:avLst/>
          </a:prstGeom>
        </p:spPr>
      </p:pic>
      <p:pic>
        <p:nvPicPr>
          <p:cNvPr id="7" name="Picture 6" descr="PagedAttention - MLOps Dictionary | Hopsworks">
            <a:extLst>
              <a:ext uri="{FF2B5EF4-FFF2-40B4-BE49-F238E27FC236}">
                <a16:creationId xmlns:a16="http://schemas.microsoft.com/office/drawing/2014/main" id="{E5EC17AC-B45A-3D69-4DEB-4543C7987488}"/>
              </a:ext>
            </a:extLst>
          </p:cNvPr>
          <p:cNvPicPr>
            <a:picLocks noChangeAspect="1"/>
          </p:cNvPicPr>
          <p:nvPr/>
        </p:nvPicPr>
        <p:blipFill>
          <a:blip r:embed="rId4"/>
          <a:stretch>
            <a:fillRect/>
          </a:stretch>
        </p:blipFill>
        <p:spPr>
          <a:xfrm>
            <a:off x="210904" y="3276430"/>
            <a:ext cx="4948053" cy="2778370"/>
          </a:xfrm>
          <a:prstGeom prst="rect">
            <a:avLst/>
          </a:prstGeom>
        </p:spPr>
      </p:pic>
      <p:pic>
        <p:nvPicPr>
          <p:cNvPr id="9" name="Purdue Logo" descr="Purdue University logo.">
            <a:extLst>
              <a:ext uri="{FF2B5EF4-FFF2-40B4-BE49-F238E27FC236}">
                <a16:creationId xmlns:a16="http://schemas.microsoft.com/office/drawing/2014/main" id="{403B8385-B060-7294-7FA6-A6520D0691AA}"/>
              </a:ext>
            </a:extLst>
          </p:cNvPr>
          <p:cNvPicPr>
            <a:picLocks noChangeAspect="1"/>
          </p:cNvPicPr>
          <p:nvPr/>
        </p:nvPicPr>
        <p:blipFill>
          <a:blip r:embed="rId5"/>
          <a:stretch>
            <a:fillRect/>
          </a:stretch>
        </p:blipFill>
        <p:spPr>
          <a:xfrm>
            <a:off x="297173" y="6255882"/>
            <a:ext cx="1803190" cy="322767"/>
          </a:xfrm>
          <a:prstGeom prst="rect">
            <a:avLst/>
          </a:prstGeom>
        </p:spPr>
      </p:pic>
    </p:spTree>
    <p:extLst>
      <p:ext uri="{BB962C8B-B14F-4D97-AF65-F5344CB8AC3E}">
        <p14:creationId xmlns:p14="http://schemas.microsoft.com/office/powerpoint/2010/main" val="3124951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B456D-7E3B-508C-F98B-23F7D626415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71100C9-5195-41B0-6801-AB095A3D63A6}"/>
              </a:ext>
            </a:extLst>
          </p:cNvPr>
          <p:cNvPicPr>
            <a:picLocks noChangeAspect="1"/>
          </p:cNvPicPr>
          <p:nvPr/>
        </p:nvPicPr>
        <p:blipFill>
          <a:blip r:embed="rId2"/>
          <a:srcRect l="-520" r="32706" b="2492"/>
          <a:stretch>
            <a:fillRect/>
          </a:stretch>
        </p:blipFill>
        <p:spPr>
          <a:xfrm>
            <a:off x="4057502" y="277406"/>
            <a:ext cx="7104799" cy="2686283"/>
          </a:xfrm>
          <a:prstGeom prst="rect">
            <a:avLst/>
          </a:prstGeom>
        </p:spPr>
      </p:pic>
      <p:sp>
        <p:nvSpPr>
          <p:cNvPr id="3" name="Title 2">
            <a:extLst>
              <a:ext uri="{FF2B5EF4-FFF2-40B4-BE49-F238E27FC236}">
                <a16:creationId xmlns:a16="http://schemas.microsoft.com/office/drawing/2014/main" id="{F23C2560-EBE7-910A-9766-9B051496733E}"/>
              </a:ext>
            </a:extLst>
          </p:cNvPr>
          <p:cNvSpPr>
            <a:spLocks noGrp="1"/>
          </p:cNvSpPr>
          <p:nvPr>
            <p:ph type="title"/>
          </p:nvPr>
        </p:nvSpPr>
        <p:spPr>
          <a:xfrm>
            <a:off x="0" y="117231"/>
            <a:ext cx="3318328" cy="944219"/>
          </a:xfrm>
        </p:spPr>
        <p:txBody>
          <a:bodyPr/>
          <a:lstStyle/>
          <a:p>
            <a:r>
              <a:rPr lang="en-US" dirty="0"/>
              <a:t>Background:</a:t>
            </a:r>
          </a:p>
        </p:txBody>
      </p:sp>
      <p:sp>
        <p:nvSpPr>
          <p:cNvPr id="4" name="Text Placeholder 3">
            <a:extLst>
              <a:ext uri="{FF2B5EF4-FFF2-40B4-BE49-F238E27FC236}">
                <a16:creationId xmlns:a16="http://schemas.microsoft.com/office/drawing/2014/main" id="{B6B4AC4E-7F42-9122-7FCD-239D139A490A}"/>
              </a:ext>
            </a:extLst>
          </p:cNvPr>
          <p:cNvSpPr>
            <a:spLocks noGrp="1"/>
          </p:cNvSpPr>
          <p:nvPr>
            <p:ph type="body" sz="quarter" idx="10"/>
          </p:nvPr>
        </p:nvSpPr>
        <p:spPr>
          <a:xfrm>
            <a:off x="152680" y="1061450"/>
            <a:ext cx="3619220" cy="4858704"/>
          </a:xfrm>
        </p:spPr>
        <p:txBody>
          <a:bodyPr/>
          <a:lstStyle/>
          <a:p>
            <a:pPr algn="l"/>
            <a:r>
              <a:rPr lang="en-US" sz="1800" dirty="0"/>
              <a:t>Persisting Problem: </a:t>
            </a:r>
            <a:r>
              <a:rPr lang="en-US" sz="1800" b="0" dirty="0"/>
              <a:t>Memory Bandwidth</a:t>
            </a:r>
            <a:endParaRPr lang="en-US" sz="1800" dirty="0"/>
          </a:p>
          <a:p>
            <a:pPr algn="l"/>
            <a:r>
              <a:rPr lang="en-US" sz="1800" dirty="0"/>
              <a:t>Solution:</a:t>
            </a:r>
            <a:r>
              <a:rPr lang="en-US" sz="1800" b="0" dirty="0"/>
              <a:t> processing-in-memory (PIM) -&gt; take advantage of the internal bandwidth by doing Attention inside the banks</a:t>
            </a:r>
          </a:p>
          <a:p>
            <a:pPr algn="l"/>
            <a:r>
              <a:rPr lang="en-US" sz="1800" b="0" dirty="0"/>
              <a:t>- All bank ops: activate the </a:t>
            </a:r>
            <a:r>
              <a:rPr lang="en-US" sz="1800" b="0" i="1" dirty="0"/>
              <a:t>same row index</a:t>
            </a:r>
            <a:r>
              <a:rPr lang="en-US" sz="1800" b="0" dirty="0"/>
              <a:t> in all banks of a channel, then broadcast one command -&gt; bank parallelism</a:t>
            </a:r>
          </a:p>
          <a:p>
            <a:pPr algn="l"/>
            <a:r>
              <a:rPr lang="en-US" sz="1800" b="0" dirty="0"/>
              <a:t>- However, this only works if the data sits at matching row indices across banks (row group), which most PIM papers assume</a:t>
            </a:r>
          </a:p>
          <a:p>
            <a:pPr algn="l"/>
            <a:r>
              <a:rPr lang="en-US" sz="1800" b="0" dirty="0"/>
              <a:t>- </a:t>
            </a:r>
            <a:r>
              <a:rPr lang="en-US" sz="1800" dirty="0"/>
              <a:t>Gap: </a:t>
            </a:r>
            <a:r>
              <a:rPr lang="en-US" sz="1800" b="0" dirty="0"/>
              <a:t>Most papers just assume the layout</a:t>
            </a:r>
          </a:p>
        </p:txBody>
      </p:sp>
      <p:pic>
        <p:nvPicPr>
          <p:cNvPr id="8" name="Picture 7">
            <a:extLst>
              <a:ext uri="{FF2B5EF4-FFF2-40B4-BE49-F238E27FC236}">
                <a16:creationId xmlns:a16="http://schemas.microsoft.com/office/drawing/2014/main" id="{F60C2C0C-5D55-5639-D759-782FCF520F17}"/>
              </a:ext>
            </a:extLst>
          </p:cNvPr>
          <p:cNvPicPr>
            <a:picLocks noChangeAspect="1"/>
          </p:cNvPicPr>
          <p:nvPr/>
        </p:nvPicPr>
        <p:blipFill>
          <a:blip r:embed="rId3"/>
          <a:srcRect b="2593"/>
          <a:stretch>
            <a:fillRect/>
          </a:stretch>
        </p:blipFill>
        <p:spPr>
          <a:xfrm>
            <a:off x="7609902" y="3113946"/>
            <a:ext cx="4433351" cy="1863818"/>
          </a:xfrm>
          <a:prstGeom prst="rect">
            <a:avLst/>
          </a:prstGeom>
        </p:spPr>
      </p:pic>
      <p:pic>
        <p:nvPicPr>
          <p:cNvPr id="9" name="Picture 8">
            <a:extLst>
              <a:ext uri="{FF2B5EF4-FFF2-40B4-BE49-F238E27FC236}">
                <a16:creationId xmlns:a16="http://schemas.microsoft.com/office/drawing/2014/main" id="{E571C8DA-284E-25DC-D78E-B9FA11979B9C}"/>
              </a:ext>
            </a:extLst>
          </p:cNvPr>
          <p:cNvPicPr>
            <a:picLocks noChangeAspect="1"/>
          </p:cNvPicPr>
          <p:nvPr/>
        </p:nvPicPr>
        <p:blipFill>
          <a:blip r:embed="rId4"/>
          <a:srcRect t="3846"/>
          <a:stretch>
            <a:fillRect/>
          </a:stretch>
        </p:blipFill>
        <p:spPr>
          <a:xfrm>
            <a:off x="5277602" y="5400830"/>
            <a:ext cx="4664600" cy="1095462"/>
          </a:xfrm>
          <a:prstGeom prst="rect">
            <a:avLst/>
          </a:prstGeom>
        </p:spPr>
      </p:pic>
      <p:pic>
        <p:nvPicPr>
          <p:cNvPr id="12" name="Purdue Logo" descr="Purdue University logo.">
            <a:extLst>
              <a:ext uri="{FF2B5EF4-FFF2-40B4-BE49-F238E27FC236}">
                <a16:creationId xmlns:a16="http://schemas.microsoft.com/office/drawing/2014/main" id="{710CA33F-6D8D-0B29-E357-0CCB52ACDE85}"/>
              </a:ext>
            </a:extLst>
          </p:cNvPr>
          <p:cNvPicPr>
            <a:picLocks noChangeAspect="1"/>
          </p:cNvPicPr>
          <p:nvPr/>
        </p:nvPicPr>
        <p:blipFill>
          <a:blip r:embed="rId5"/>
          <a:stretch>
            <a:fillRect/>
          </a:stretch>
        </p:blipFill>
        <p:spPr>
          <a:xfrm>
            <a:off x="308896" y="6243855"/>
            <a:ext cx="1803190" cy="322767"/>
          </a:xfrm>
          <a:prstGeom prst="rect">
            <a:avLst/>
          </a:prstGeom>
        </p:spPr>
      </p:pic>
      <p:sp>
        <p:nvSpPr>
          <p:cNvPr id="2" name="TextBox 1">
            <a:extLst>
              <a:ext uri="{FF2B5EF4-FFF2-40B4-BE49-F238E27FC236}">
                <a16:creationId xmlns:a16="http://schemas.microsoft.com/office/drawing/2014/main" id="{F85CC825-7A6C-AE4A-1333-0C901275CB27}"/>
              </a:ext>
            </a:extLst>
          </p:cNvPr>
          <p:cNvSpPr txBox="1"/>
          <p:nvPr/>
        </p:nvSpPr>
        <p:spPr>
          <a:xfrm>
            <a:off x="7693354" y="4996727"/>
            <a:ext cx="4266445" cy="307777"/>
          </a:xfrm>
          <a:prstGeom prst="rect">
            <a:avLst/>
          </a:prstGeom>
          <a:noFill/>
        </p:spPr>
        <p:txBody>
          <a:bodyPr wrap="square" rtlCol="0">
            <a:spAutoFit/>
          </a:bodyPr>
          <a:lstStyle/>
          <a:p>
            <a:pPr algn="ctr"/>
            <a:r>
              <a:rPr lang="en-US" sz="1400" i="1" dirty="0">
                <a:solidFill>
                  <a:srgbClr val="FF0000"/>
                </a:solidFill>
              </a:rPr>
              <a:t>Samsung HBM2-PIM &amp; </a:t>
            </a:r>
            <a:r>
              <a:rPr lang="en-US" sz="1400" i="1" dirty="0" err="1">
                <a:solidFill>
                  <a:srgbClr val="FF0000"/>
                </a:solidFill>
              </a:rPr>
              <a:t>Aquabolt</a:t>
            </a:r>
            <a:r>
              <a:rPr lang="en-US" sz="1400" i="1" dirty="0">
                <a:solidFill>
                  <a:srgbClr val="FF0000"/>
                </a:solidFill>
              </a:rPr>
              <a:t>-XL | Hot Chips 33</a:t>
            </a:r>
          </a:p>
        </p:txBody>
      </p:sp>
      <p:sp>
        <p:nvSpPr>
          <p:cNvPr id="6" name="TextBox 5">
            <a:extLst>
              <a:ext uri="{FF2B5EF4-FFF2-40B4-BE49-F238E27FC236}">
                <a16:creationId xmlns:a16="http://schemas.microsoft.com/office/drawing/2014/main" id="{C8637F1E-267C-E24B-3B26-71557B578787}"/>
              </a:ext>
            </a:extLst>
          </p:cNvPr>
          <p:cNvSpPr txBox="1"/>
          <p:nvPr/>
        </p:nvSpPr>
        <p:spPr>
          <a:xfrm>
            <a:off x="5476679" y="6496292"/>
            <a:ext cx="4266445" cy="307777"/>
          </a:xfrm>
          <a:prstGeom prst="rect">
            <a:avLst/>
          </a:prstGeom>
          <a:noFill/>
        </p:spPr>
        <p:txBody>
          <a:bodyPr wrap="square" rtlCol="0">
            <a:spAutoFit/>
          </a:bodyPr>
          <a:lstStyle/>
          <a:p>
            <a:pPr algn="ctr"/>
            <a:r>
              <a:rPr lang="en-US" sz="1400" i="1" dirty="0" err="1">
                <a:solidFill>
                  <a:srgbClr val="FF0000"/>
                </a:solidFill>
              </a:rPr>
              <a:t>AttAcc</a:t>
            </a:r>
            <a:r>
              <a:rPr lang="en-US" sz="1400" i="1" dirty="0">
                <a:solidFill>
                  <a:srgbClr val="FF0000"/>
                </a:solidFill>
              </a:rPr>
              <a:t>!| ASPLOS ‘24</a:t>
            </a:r>
          </a:p>
        </p:txBody>
      </p:sp>
      <p:pic>
        <p:nvPicPr>
          <p:cNvPr id="7" name="Picture 6">
            <a:extLst>
              <a:ext uri="{FF2B5EF4-FFF2-40B4-BE49-F238E27FC236}">
                <a16:creationId xmlns:a16="http://schemas.microsoft.com/office/drawing/2014/main" id="{2573AEBD-D9C7-39B2-FD5C-0DBE1A8EA610}"/>
              </a:ext>
            </a:extLst>
          </p:cNvPr>
          <p:cNvPicPr>
            <a:picLocks noChangeAspect="1"/>
          </p:cNvPicPr>
          <p:nvPr/>
        </p:nvPicPr>
        <p:blipFill>
          <a:blip r:embed="rId6"/>
          <a:srcRect b="3435"/>
          <a:stretch>
            <a:fillRect/>
          </a:stretch>
        </p:blipFill>
        <p:spPr>
          <a:xfrm>
            <a:off x="3544613" y="3302828"/>
            <a:ext cx="4031038" cy="1597573"/>
          </a:xfrm>
          <a:prstGeom prst="rect">
            <a:avLst/>
          </a:prstGeom>
        </p:spPr>
      </p:pic>
      <p:sp>
        <p:nvSpPr>
          <p:cNvPr id="10" name="TextBox 9">
            <a:extLst>
              <a:ext uri="{FF2B5EF4-FFF2-40B4-BE49-F238E27FC236}">
                <a16:creationId xmlns:a16="http://schemas.microsoft.com/office/drawing/2014/main" id="{5BDDECBB-3F2C-989E-FA12-4478F22C2771}"/>
              </a:ext>
            </a:extLst>
          </p:cNvPr>
          <p:cNvSpPr txBox="1"/>
          <p:nvPr/>
        </p:nvSpPr>
        <p:spPr>
          <a:xfrm>
            <a:off x="3426909" y="4900401"/>
            <a:ext cx="4266445" cy="307777"/>
          </a:xfrm>
          <a:prstGeom prst="rect">
            <a:avLst/>
          </a:prstGeom>
          <a:noFill/>
        </p:spPr>
        <p:txBody>
          <a:bodyPr wrap="square" rtlCol="0">
            <a:spAutoFit/>
          </a:bodyPr>
          <a:lstStyle/>
          <a:p>
            <a:pPr algn="ctr"/>
            <a:r>
              <a:rPr lang="en-US" sz="1400" i="1" dirty="0" err="1">
                <a:solidFill>
                  <a:srgbClr val="FF0000"/>
                </a:solidFill>
              </a:rPr>
              <a:t>NeuPIMs</a:t>
            </a:r>
            <a:r>
              <a:rPr lang="en-US" sz="1400" i="1" dirty="0">
                <a:solidFill>
                  <a:srgbClr val="FF0000"/>
                </a:solidFill>
              </a:rPr>
              <a:t> |ASPLOS ‘24</a:t>
            </a:r>
          </a:p>
        </p:txBody>
      </p:sp>
    </p:spTree>
    <p:extLst>
      <p:ext uri="{BB962C8B-B14F-4D97-AF65-F5344CB8AC3E}">
        <p14:creationId xmlns:p14="http://schemas.microsoft.com/office/powerpoint/2010/main" val="2064613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83B3ADD-27D1-3C98-ED19-44311D240D32}"/>
            </a:ext>
          </a:extLst>
        </p:cNvPr>
        <p:cNvGrpSpPr/>
        <p:nvPr/>
      </p:nvGrpSpPr>
      <p:grpSpPr>
        <a:xfrm>
          <a:off x="0" y="0"/>
          <a:ext cx="0" cy="0"/>
          <a:chOff x="0" y="0"/>
          <a:chExt cx="0" cy="0"/>
        </a:xfrm>
      </p:grpSpPr>
      <p:pic>
        <p:nvPicPr>
          <p:cNvPr id="12" name="Purdue Logo" descr="Purdue University logo.">
            <a:extLst>
              <a:ext uri="{FF2B5EF4-FFF2-40B4-BE49-F238E27FC236}">
                <a16:creationId xmlns:a16="http://schemas.microsoft.com/office/drawing/2014/main" id="{8A73CB43-CABF-4CBA-48AE-6EDB3484A29F}"/>
              </a:ext>
            </a:extLst>
          </p:cNvPr>
          <p:cNvPicPr>
            <a:picLocks noChangeAspect="1"/>
          </p:cNvPicPr>
          <p:nvPr/>
        </p:nvPicPr>
        <p:blipFill>
          <a:blip r:embed="rId2"/>
          <a:stretch>
            <a:fillRect/>
          </a:stretch>
        </p:blipFill>
        <p:spPr>
          <a:xfrm>
            <a:off x="308896" y="6243855"/>
            <a:ext cx="1803190" cy="322767"/>
          </a:xfrm>
          <a:prstGeom prst="rect">
            <a:avLst/>
          </a:prstGeom>
        </p:spPr>
      </p:pic>
      <p:pic>
        <p:nvPicPr>
          <p:cNvPr id="4" name="Picture 3">
            <a:extLst>
              <a:ext uri="{FF2B5EF4-FFF2-40B4-BE49-F238E27FC236}">
                <a16:creationId xmlns:a16="http://schemas.microsoft.com/office/drawing/2014/main" id="{A73B1CB4-493F-A30D-7832-7413BD3D02E1}"/>
              </a:ext>
            </a:extLst>
          </p:cNvPr>
          <p:cNvPicPr>
            <a:picLocks noChangeAspect="1"/>
          </p:cNvPicPr>
          <p:nvPr/>
        </p:nvPicPr>
        <p:blipFill>
          <a:blip r:embed="rId3"/>
          <a:stretch>
            <a:fillRect/>
          </a:stretch>
        </p:blipFill>
        <p:spPr>
          <a:xfrm>
            <a:off x="6807357" y="797024"/>
            <a:ext cx="5075747" cy="1506696"/>
          </a:xfrm>
          <a:prstGeom prst="rect">
            <a:avLst/>
          </a:prstGeom>
        </p:spPr>
      </p:pic>
      <p:sp>
        <p:nvSpPr>
          <p:cNvPr id="5" name="Title 4">
            <a:extLst>
              <a:ext uri="{FF2B5EF4-FFF2-40B4-BE49-F238E27FC236}">
                <a16:creationId xmlns:a16="http://schemas.microsoft.com/office/drawing/2014/main" id="{CC742A8F-1F8A-9959-B14E-520666A19C8C}"/>
              </a:ext>
            </a:extLst>
          </p:cNvPr>
          <p:cNvSpPr>
            <a:spLocks noGrp="1"/>
          </p:cNvSpPr>
          <p:nvPr>
            <p:ph type="title"/>
          </p:nvPr>
        </p:nvSpPr>
        <p:spPr>
          <a:xfrm>
            <a:off x="131932" y="135462"/>
            <a:ext cx="2207912" cy="944563"/>
          </a:xfrm>
        </p:spPr>
        <p:txBody>
          <a:bodyPr>
            <a:normAutofit/>
          </a:bodyPr>
          <a:lstStyle/>
          <a:p>
            <a:pPr algn="l"/>
            <a:r>
              <a:rPr lang="en-US" dirty="0" err="1"/>
              <a:t>NeuPIMs</a:t>
            </a:r>
            <a:endParaRPr lang="en-US" dirty="0"/>
          </a:p>
        </p:txBody>
      </p:sp>
      <p:pic>
        <p:nvPicPr>
          <p:cNvPr id="2" name="Picture 1">
            <a:extLst>
              <a:ext uri="{FF2B5EF4-FFF2-40B4-BE49-F238E27FC236}">
                <a16:creationId xmlns:a16="http://schemas.microsoft.com/office/drawing/2014/main" id="{80E7E1A9-8E78-9B9A-00EC-885946050107}"/>
              </a:ext>
            </a:extLst>
          </p:cNvPr>
          <p:cNvPicPr>
            <a:picLocks noChangeAspect="1"/>
          </p:cNvPicPr>
          <p:nvPr/>
        </p:nvPicPr>
        <p:blipFill>
          <a:blip r:embed="rId4"/>
          <a:stretch>
            <a:fillRect/>
          </a:stretch>
        </p:blipFill>
        <p:spPr>
          <a:xfrm>
            <a:off x="6763116" y="2681416"/>
            <a:ext cx="5119988" cy="3607756"/>
          </a:xfrm>
          <a:prstGeom prst="rect">
            <a:avLst/>
          </a:prstGeom>
        </p:spPr>
      </p:pic>
      <p:sp>
        <p:nvSpPr>
          <p:cNvPr id="6" name="Text Placeholder 5">
            <a:extLst>
              <a:ext uri="{FF2B5EF4-FFF2-40B4-BE49-F238E27FC236}">
                <a16:creationId xmlns:a16="http://schemas.microsoft.com/office/drawing/2014/main" id="{3F1FA952-58FA-0E0C-C389-813723D74409}"/>
              </a:ext>
            </a:extLst>
          </p:cNvPr>
          <p:cNvSpPr txBox="1">
            <a:spLocks/>
          </p:cNvSpPr>
          <p:nvPr/>
        </p:nvSpPr>
        <p:spPr>
          <a:xfrm>
            <a:off x="7112924" y="2120840"/>
            <a:ext cx="4127157" cy="560576"/>
          </a:xfrm>
          <a:prstGeom prst="rect">
            <a:avLst/>
          </a:prstGeom>
        </p:spPr>
        <p:txBody>
          <a:bodyPr>
            <a:normAutofit/>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i="1" dirty="0">
              <a:solidFill>
                <a:schemeClr val="tx1">
                  <a:lumMod val="50000"/>
                  <a:lumOff val="50000"/>
                </a:schemeClr>
              </a:solidFill>
            </a:endParaRPr>
          </a:p>
          <a:p>
            <a:pPr>
              <a:buFont typeface="Arial" panose="020B0604020202020204" pitchFamily="34" charset="0"/>
              <a:buChar char="•"/>
            </a:pPr>
            <a:endParaRPr lang="en-US" sz="1600" i="1" dirty="0"/>
          </a:p>
        </p:txBody>
      </p:sp>
      <p:sp>
        <p:nvSpPr>
          <p:cNvPr id="9" name="Text Placeholder 5">
            <a:extLst>
              <a:ext uri="{FF2B5EF4-FFF2-40B4-BE49-F238E27FC236}">
                <a16:creationId xmlns:a16="http://schemas.microsoft.com/office/drawing/2014/main" id="{FE506AD4-7E26-FF8F-3AA3-6F4F88961A48}"/>
              </a:ext>
            </a:extLst>
          </p:cNvPr>
          <p:cNvSpPr txBox="1">
            <a:spLocks/>
          </p:cNvSpPr>
          <p:nvPr/>
        </p:nvSpPr>
        <p:spPr>
          <a:xfrm>
            <a:off x="8115411" y="2315656"/>
            <a:ext cx="2459637" cy="365760"/>
          </a:xfrm>
          <a:prstGeom prst="rect">
            <a:avLst/>
          </a:prstGeom>
        </p:spPr>
        <p:txBody>
          <a:bodyPr>
            <a:normAutofit/>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i="1" dirty="0">
                <a:solidFill>
                  <a:srgbClr val="FF0000"/>
                </a:solidFill>
              </a:rPr>
              <a:t>Use </a:t>
            </a:r>
            <a:r>
              <a:rPr lang="en-US" sz="1600" i="1" dirty="0" err="1">
                <a:solidFill>
                  <a:srgbClr val="FF0000"/>
                </a:solidFill>
              </a:rPr>
              <a:t>vLLM</a:t>
            </a:r>
            <a:r>
              <a:rPr lang="en-US" sz="1600" i="1" dirty="0">
                <a:solidFill>
                  <a:srgbClr val="FF0000"/>
                </a:solidFill>
              </a:rPr>
              <a:t> Paging Technique</a:t>
            </a:r>
          </a:p>
          <a:p>
            <a:pPr>
              <a:buFont typeface="Arial" panose="020B0604020202020204" pitchFamily="34" charset="0"/>
              <a:buChar char="•"/>
            </a:pPr>
            <a:endParaRPr lang="en-US" sz="1600" i="1" dirty="0"/>
          </a:p>
        </p:txBody>
      </p:sp>
      <p:sp>
        <p:nvSpPr>
          <p:cNvPr id="11" name="Text Placeholder 5">
            <a:extLst>
              <a:ext uri="{FF2B5EF4-FFF2-40B4-BE49-F238E27FC236}">
                <a16:creationId xmlns:a16="http://schemas.microsoft.com/office/drawing/2014/main" id="{C81199F6-422D-7717-645F-125E837E2F6E}"/>
              </a:ext>
            </a:extLst>
          </p:cNvPr>
          <p:cNvSpPr txBox="1">
            <a:spLocks/>
          </p:cNvSpPr>
          <p:nvPr/>
        </p:nvSpPr>
        <p:spPr>
          <a:xfrm>
            <a:off x="7018638" y="6289172"/>
            <a:ext cx="4712044" cy="365760"/>
          </a:xfrm>
          <a:prstGeom prst="rect">
            <a:avLst/>
          </a:prstGeom>
        </p:spPr>
        <p:txBody>
          <a:bodyPr>
            <a:normAutofit/>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i="1" dirty="0">
                <a:solidFill>
                  <a:srgbClr val="FF0000"/>
                </a:solidFill>
              </a:rPr>
              <a:t>Use their own algorithm for row alignment</a:t>
            </a:r>
          </a:p>
          <a:p>
            <a:pPr algn="ctr">
              <a:buFont typeface="Arial" panose="020B0604020202020204" pitchFamily="34" charset="0"/>
              <a:buChar char="•"/>
            </a:pPr>
            <a:endParaRPr lang="en-US" sz="1600" i="1" dirty="0"/>
          </a:p>
        </p:txBody>
      </p:sp>
      <p:sp>
        <p:nvSpPr>
          <p:cNvPr id="15" name="Text Placeholder 5">
            <a:extLst>
              <a:ext uri="{FF2B5EF4-FFF2-40B4-BE49-F238E27FC236}">
                <a16:creationId xmlns:a16="http://schemas.microsoft.com/office/drawing/2014/main" id="{8D46CB19-0B09-E229-BBE3-46CDF4D3BE7D}"/>
              </a:ext>
            </a:extLst>
          </p:cNvPr>
          <p:cNvSpPr txBox="1">
            <a:spLocks/>
          </p:cNvSpPr>
          <p:nvPr/>
        </p:nvSpPr>
        <p:spPr>
          <a:xfrm>
            <a:off x="246489" y="978677"/>
            <a:ext cx="6277256" cy="5137918"/>
          </a:xfrm>
          <a:prstGeom prst="rect">
            <a:avLst/>
          </a:prstGeom>
        </p:spPr>
        <p:txBody>
          <a:bodyPr>
            <a:normAutofit fontScale="85000" lnSpcReduction="20000"/>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5000"/>
              </a:lnSpc>
              <a:buNone/>
            </a:pPr>
            <a:r>
              <a:rPr lang="en-US" sz="1800" b="1" dirty="0"/>
              <a:t>PROS:</a:t>
            </a:r>
          </a:p>
          <a:p>
            <a:pPr marL="0">
              <a:lnSpc>
                <a:spcPct val="105000"/>
              </a:lnSpc>
              <a:buFont typeface="Arial" panose="020B0604020202020204" pitchFamily="34" charset="0"/>
              <a:buChar char="•"/>
            </a:pPr>
            <a:r>
              <a:rPr lang="en-US" sz="1900" dirty="0"/>
              <a:t>They use a technique close to </a:t>
            </a:r>
            <a:r>
              <a:rPr lang="en-US" sz="1900" dirty="0" err="1"/>
              <a:t>vLLM</a:t>
            </a:r>
            <a:r>
              <a:rPr lang="en-US" sz="1900" dirty="0"/>
              <a:t> </a:t>
            </a:r>
            <a:r>
              <a:rPr lang="en-US" sz="1900" dirty="0" err="1"/>
              <a:t>PagedAttention</a:t>
            </a:r>
            <a:r>
              <a:rPr lang="en-US" sz="1900" dirty="0"/>
              <a:t>, but they modify their allocator to ensure row alignment</a:t>
            </a:r>
          </a:p>
          <a:p>
            <a:pPr marL="0">
              <a:lnSpc>
                <a:spcPct val="105000"/>
              </a:lnSpc>
              <a:buFont typeface="Arial" panose="020B0604020202020204" pitchFamily="34" charset="0"/>
              <a:buChar char="•"/>
            </a:pPr>
            <a:r>
              <a:rPr lang="en-US" sz="1900" dirty="0"/>
              <a:t>The allocator is a per-channel FIFO of row indices, with no region bookkeeping and no degraded fallback path</a:t>
            </a:r>
          </a:p>
          <a:p>
            <a:pPr marL="0">
              <a:lnSpc>
                <a:spcPct val="105000"/>
              </a:lnSpc>
              <a:buFont typeface="Arial" panose="020B0604020202020204" pitchFamily="34" charset="0"/>
              <a:buChar char="•"/>
            </a:pPr>
            <a:r>
              <a:rPr lang="en-US" sz="1900" dirty="0"/>
              <a:t>Pages are whole row groups (keys every 32 tokens, values every 512 -&gt; aligned by construction</a:t>
            </a:r>
          </a:p>
          <a:p>
            <a:pPr marL="0" indent="0">
              <a:lnSpc>
                <a:spcPct val="105000"/>
              </a:lnSpc>
              <a:buNone/>
            </a:pPr>
            <a:r>
              <a:rPr lang="en-US" sz="1800" b="1" dirty="0"/>
              <a:t>CONS:</a:t>
            </a:r>
          </a:p>
          <a:p>
            <a:pPr marL="0">
              <a:lnSpc>
                <a:spcPct val="105000"/>
              </a:lnSpc>
              <a:buFont typeface="Arial" panose="020B0604020202020204" pitchFamily="34" charset="0"/>
              <a:buChar char="•"/>
            </a:pPr>
            <a:r>
              <a:rPr lang="en-US" sz="1900" dirty="0"/>
              <a:t>Heavy internal fragmentation: 52.9% of used KV is reserved but empty on their own </a:t>
            </a:r>
            <a:r>
              <a:rPr lang="en-US" sz="1900" dirty="0" err="1"/>
              <a:t>ShareGPT</a:t>
            </a:r>
            <a:r>
              <a:rPr lang="en-US" sz="1900" dirty="0"/>
              <a:t> traces compared to 2.4% for </a:t>
            </a:r>
            <a:r>
              <a:rPr lang="en-US" sz="1900" dirty="0" err="1"/>
              <a:t>vLLM's</a:t>
            </a:r>
            <a:r>
              <a:rPr lang="en-US" sz="1900" dirty="0"/>
              <a:t> 16-token blocks -&gt; happens when a request is smaller than the page size (no degrade path)</a:t>
            </a:r>
          </a:p>
          <a:p>
            <a:pPr marL="0">
              <a:lnSpc>
                <a:spcPct val="105000"/>
              </a:lnSpc>
              <a:buFont typeface="Arial" panose="020B0604020202020204" pitchFamily="34" charset="0"/>
              <a:buChar char="•"/>
            </a:pPr>
            <a:r>
              <a:rPr lang="en-US" sz="1900" dirty="0"/>
              <a:t>Each request is pinned to one channel -&gt; one channel can fill up while others have room, so they need load balancing</a:t>
            </a:r>
          </a:p>
          <a:p>
            <a:pPr marL="0">
              <a:lnSpc>
                <a:spcPct val="105000"/>
              </a:lnSpc>
              <a:buFont typeface="Arial" panose="020B0604020202020204" pitchFamily="34" charset="0"/>
              <a:buChar char="•"/>
            </a:pPr>
            <a:r>
              <a:rPr lang="en-US" sz="1900" dirty="0"/>
              <a:t>Keys and values grow differently (every 32 vs every 512 tokens) -&gt; so each request's memory use steps unevenly</a:t>
            </a:r>
          </a:p>
          <a:p>
            <a:pPr marL="0">
              <a:lnSpc>
                <a:spcPct val="105000"/>
              </a:lnSpc>
              <a:buFont typeface="Arial" panose="020B0604020202020204" pitchFamily="34" charset="0"/>
              <a:buChar char="•"/>
            </a:pPr>
            <a:r>
              <a:rPr lang="en-US" sz="1900" dirty="0"/>
              <a:t>Not a drop-in for </a:t>
            </a:r>
            <a:r>
              <a:rPr lang="en-US" sz="1900" dirty="0" err="1"/>
              <a:t>vLLM</a:t>
            </a:r>
            <a:r>
              <a:rPr lang="en-US" sz="1900" dirty="0"/>
              <a:t> -&gt; coarser prefix sharing and copy-on-write (only work at 32/512-token granularity)</a:t>
            </a:r>
          </a:p>
          <a:p>
            <a:pPr marL="0" indent="0">
              <a:lnSpc>
                <a:spcPct val="105000"/>
              </a:lnSpc>
              <a:buNone/>
            </a:pPr>
            <a:endParaRPr lang="en-US" sz="1800" dirty="0"/>
          </a:p>
          <a:p>
            <a:pPr marL="0">
              <a:lnSpc>
                <a:spcPct val="105000"/>
              </a:lnSpc>
              <a:buFont typeface="Arial" panose="020B0604020202020204" pitchFamily="34" charset="0"/>
              <a:buChar char="•"/>
            </a:pPr>
            <a:endParaRPr lang="en-US" sz="1800" dirty="0"/>
          </a:p>
          <a:p>
            <a:pPr marL="0">
              <a:lnSpc>
                <a:spcPct val="105000"/>
              </a:lnSpc>
              <a:buFont typeface="Arial" panose="020B0604020202020204" pitchFamily="34" charset="0"/>
              <a:buChar char="•"/>
            </a:pPr>
            <a:endParaRPr lang="en-US" sz="1800" dirty="0"/>
          </a:p>
          <a:p>
            <a:pPr marL="0">
              <a:lnSpc>
                <a:spcPct val="105000"/>
              </a:lnSpc>
              <a:buFont typeface="Arial" panose="020B0604020202020204" pitchFamily="34" charset="0"/>
              <a:buChar char="•"/>
            </a:pPr>
            <a:endParaRPr lang="en-US" sz="1800" dirty="0"/>
          </a:p>
          <a:p>
            <a:pPr marL="0">
              <a:lnSpc>
                <a:spcPct val="105000"/>
              </a:lnSpc>
              <a:buFont typeface="Arial" panose="020B0604020202020204" pitchFamily="34" charset="0"/>
              <a:buChar char="•"/>
            </a:pPr>
            <a:endParaRPr lang="en-US" sz="1800" dirty="0"/>
          </a:p>
        </p:txBody>
      </p:sp>
    </p:spTree>
    <p:extLst>
      <p:ext uri="{BB962C8B-B14F-4D97-AF65-F5344CB8AC3E}">
        <p14:creationId xmlns:p14="http://schemas.microsoft.com/office/powerpoint/2010/main" val="2255575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014D4C1-52C8-AED6-55B3-903F3A304AC3}"/>
              </a:ext>
            </a:extLst>
          </p:cNvPr>
          <p:cNvPicPr>
            <a:picLocks noChangeAspect="1"/>
          </p:cNvPicPr>
          <p:nvPr/>
        </p:nvPicPr>
        <p:blipFill>
          <a:blip r:embed="rId2"/>
          <a:stretch>
            <a:fillRect/>
          </a:stretch>
        </p:blipFill>
        <p:spPr>
          <a:xfrm>
            <a:off x="0" y="1314137"/>
            <a:ext cx="6906767" cy="4229725"/>
          </a:xfrm>
          <a:prstGeom prst="rect">
            <a:avLst/>
          </a:prstGeom>
        </p:spPr>
      </p:pic>
      <p:sp>
        <p:nvSpPr>
          <p:cNvPr id="3" name="Text Placeholder 2">
            <a:extLst>
              <a:ext uri="{FF2B5EF4-FFF2-40B4-BE49-F238E27FC236}">
                <a16:creationId xmlns:a16="http://schemas.microsoft.com/office/drawing/2014/main" id="{294E267F-25C8-47DF-9D61-B51817DADC64}"/>
              </a:ext>
            </a:extLst>
          </p:cNvPr>
          <p:cNvSpPr>
            <a:spLocks noGrp="1"/>
          </p:cNvSpPr>
          <p:nvPr>
            <p:ph type="body" sz="half" idx="2"/>
          </p:nvPr>
        </p:nvSpPr>
        <p:spPr>
          <a:xfrm>
            <a:off x="6409895" y="1033527"/>
            <a:ext cx="5632787" cy="5633973"/>
          </a:xfrm>
        </p:spPr>
        <p:txBody>
          <a:bodyPr>
            <a:normAutofit/>
          </a:bodyPr>
          <a:lstStyle/>
          <a:p>
            <a:pPr marL="285750" indent="-285750">
              <a:buFont typeface="Arial" panose="020B0604020202020204" pitchFamily="34" charset="0"/>
              <a:buChar char="•"/>
            </a:pPr>
            <a:r>
              <a:rPr lang="en-US" dirty="0"/>
              <a:t>Bounded contiguity: Turn the pool into regions, which holds #_blocks that fills one row-group across all channels</a:t>
            </a:r>
          </a:p>
          <a:p>
            <a:pPr marL="285750" indent="-285750">
              <a:buFont typeface="Arial" panose="020B0604020202020204" pitchFamily="34" charset="0"/>
              <a:buChar char="•"/>
            </a:pPr>
            <a:r>
              <a:rPr lang="en-US" dirty="0"/>
              <a:t>Fill a region in order, claim another only when it's full. A sequence’s regions can be scattered</a:t>
            </a:r>
          </a:p>
          <a:p>
            <a:pPr marL="285750" indent="-285750">
              <a:buFont typeface="Arial" panose="020B0604020202020204" pitchFamily="34" charset="0"/>
              <a:buChar char="•"/>
            </a:pPr>
            <a:r>
              <a:rPr lang="en-US" dirty="0" err="1"/>
              <a:t>region_size</a:t>
            </a:r>
            <a:r>
              <a:rPr lang="en-US" dirty="0"/>
              <a:t> = </a:t>
            </a:r>
            <a:r>
              <a:rPr lang="en-US" dirty="0" err="1"/>
              <a:t>row_size</a:t>
            </a:r>
            <a:r>
              <a:rPr lang="en-US" dirty="0"/>
              <a:t> x banks x channels</a:t>
            </a:r>
          </a:p>
          <a:p>
            <a:r>
              <a:rPr lang="en-US" dirty="0"/>
              <a:t>                            = 1 KB x 16 x 32 = 512 KB</a:t>
            </a:r>
          </a:p>
          <a:p>
            <a:pPr marL="285750" indent="-285750">
              <a:buFont typeface="Arial" panose="020B0604020202020204" pitchFamily="34" charset="0"/>
              <a:buChar char="•"/>
            </a:pPr>
            <a:r>
              <a:rPr lang="en-US" dirty="0" err="1"/>
              <a:t>token_size</a:t>
            </a:r>
            <a:r>
              <a:rPr lang="en-US" dirty="0"/>
              <a:t> = </a:t>
            </a:r>
            <a:r>
              <a:rPr lang="en-US" dirty="0" err="1"/>
              <a:t>KV_matrices</a:t>
            </a:r>
            <a:r>
              <a:rPr lang="en-US" dirty="0"/>
              <a:t> x </a:t>
            </a:r>
            <a:r>
              <a:rPr lang="en-US" dirty="0" err="1"/>
              <a:t>n_kv_heads</a:t>
            </a:r>
            <a:r>
              <a:rPr lang="en-US" dirty="0"/>
              <a:t> x </a:t>
            </a:r>
            <a:r>
              <a:rPr lang="en-US" dirty="0" err="1"/>
              <a:t>head_dim</a:t>
            </a:r>
            <a:r>
              <a:rPr lang="en-US" dirty="0"/>
              <a:t> x precision</a:t>
            </a:r>
          </a:p>
          <a:p>
            <a:r>
              <a:rPr lang="en-US" dirty="0"/>
              <a:t>                          = 2 x 8 x 128 x 2 (fp16) = 4096 B = 4 KB/layer</a:t>
            </a:r>
          </a:p>
          <a:p>
            <a:pPr marL="285750" indent="-285750">
              <a:buFont typeface="Arial" panose="020B0604020202020204" pitchFamily="34" charset="0"/>
              <a:buChar char="•"/>
            </a:pPr>
            <a:r>
              <a:rPr lang="en-US" dirty="0"/>
              <a:t>#_</a:t>
            </a:r>
            <a:r>
              <a:rPr lang="en-US" dirty="0" err="1"/>
              <a:t>tokens_per_region</a:t>
            </a:r>
            <a:r>
              <a:rPr lang="en-US" dirty="0"/>
              <a:t> = 512 KB / 4 KB = 128 tokens</a:t>
            </a:r>
          </a:p>
          <a:p>
            <a:pPr marL="285750" indent="-285750">
              <a:buFont typeface="Arial" panose="020B0604020202020204" pitchFamily="34" charset="0"/>
              <a:buChar char="•"/>
            </a:pPr>
            <a:r>
              <a:rPr lang="en-US" dirty="0"/>
              <a:t>#_</a:t>
            </a:r>
            <a:r>
              <a:rPr lang="en-US" dirty="0" err="1"/>
              <a:t>blocks_per_region</a:t>
            </a:r>
            <a:r>
              <a:rPr lang="en-US" dirty="0"/>
              <a:t> = 128 tokens / 16 tokens = 8 blocks</a:t>
            </a:r>
          </a:p>
          <a:p>
            <a:pPr marL="285750" indent="-285750">
              <a:buFont typeface="Arial" panose="020B0604020202020204" pitchFamily="34" charset="0"/>
              <a:buChar char="•"/>
            </a:pPr>
            <a:r>
              <a:rPr lang="en-US" dirty="0"/>
              <a:t>When no free region is available, we fall back to filling blocks to partial regions -&gt; degrades to baseline behavior</a:t>
            </a:r>
          </a:p>
          <a:p>
            <a:pPr marL="285750" indent="-285750">
              <a:buFont typeface="Arial" panose="020B0604020202020204" pitchFamily="34" charset="0"/>
              <a:buChar char="•"/>
            </a:pPr>
            <a:r>
              <a:rPr lang="en-US" dirty="0"/>
              <a:t>Runtime allocation: #_</a:t>
            </a:r>
            <a:r>
              <a:rPr lang="en-US" dirty="0" err="1"/>
              <a:t>blocks_per_region</a:t>
            </a:r>
            <a:r>
              <a:rPr lang="en-US" dirty="0"/>
              <a:t> derived at startup from DRAM geometry and model shape</a:t>
            </a:r>
          </a:p>
          <a:p>
            <a:pPr marL="285750" indent="-285750">
              <a:buFont typeface="Arial" panose="020B0604020202020204" pitchFamily="34" charset="0"/>
              <a:buChar char="•"/>
            </a:pPr>
            <a:r>
              <a:rPr lang="en-US" dirty="0"/>
              <a:t>We pick the lowest free slot from that sequence's region heap, and the lowest empty region when it fills </a:t>
            </a:r>
          </a:p>
          <a:p>
            <a:pPr marL="285750" indent="-285750">
              <a:buFont typeface="Arial" panose="020B0604020202020204" pitchFamily="34" charset="0"/>
              <a:buChar char="•"/>
            </a:pPr>
            <a:r>
              <a:rPr lang="en-US" dirty="0"/>
              <a:t>row = floor(</a:t>
            </a:r>
            <a:r>
              <a:rPr lang="en-US" dirty="0" err="1"/>
              <a:t>blockID</a:t>
            </a:r>
            <a:r>
              <a:rPr lang="en-US" dirty="0"/>
              <a:t> / #_</a:t>
            </a:r>
            <a:r>
              <a:rPr lang="en-US" dirty="0" err="1"/>
              <a:t>blocks_per_region</a:t>
            </a:r>
            <a:r>
              <a:rPr lang="en-US" dirty="0"/>
              <a:t>)</a:t>
            </a:r>
          </a:p>
        </p:txBody>
      </p:sp>
      <p:sp>
        <p:nvSpPr>
          <p:cNvPr id="5" name="Title 4">
            <a:extLst>
              <a:ext uri="{FF2B5EF4-FFF2-40B4-BE49-F238E27FC236}">
                <a16:creationId xmlns:a16="http://schemas.microsoft.com/office/drawing/2014/main" id="{F6E2D3B1-47AD-F42C-134A-898069BAADEC}"/>
              </a:ext>
            </a:extLst>
          </p:cNvPr>
          <p:cNvSpPr>
            <a:spLocks noGrp="1"/>
          </p:cNvSpPr>
          <p:nvPr>
            <p:ph type="title"/>
          </p:nvPr>
        </p:nvSpPr>
        <p:spPr>
          <a:xfrm>
            <a:off x="239637" y="304190"/>
            <a:ext cx="8510664" cy="589032"/>
          </a:xfrm>
        </p:spPr>
        <p:txBody>
          <a:bodyPr>
            <a:normAutofit fontScale="90000"/>
          </a:bodyPr>
          <a:lstStyle/>
          <a:p>
            <a:r>
              <a:rPr lang="en-US" dirty="0"/>
              <a:t>KV-</a:t>
            </a:r>
            <a:r>
              <a:rPr lang="en-US" dirty="0" err="1"/>
              <a:t>PIMple</a:t>
            </a:r>
            <a:r>
              <a:rPr lang="en-US" dirty="0"/>
              <a:t>: PIM-aware KV-cache Allocation</a:t>
            </a:r>
          </a:p>
        </p:txBody>
      </p:sp>
      <p:sp>
        <p:nvSpPr>
          <p:cNvPr id="8" name="Text Placeholder 7">
            <a:extLst>
              <a:ext uri="{FF2B5EF4-FFF2-40B4-BE49-F238E27FC236}">
                <a16:creationId xmlns:a16="http://schemas.microsoft.com/office/drawing/2014/main" id="{6A892E85-82A0-CAF6-F533-D334C924F27C}"/>
              </a:ext>
            </a:extLst>
          </p:cNvPr>
          <p:cNvSpPr>
            <a:spLocks noGrp="1"/>
          </p:cNvSpPr>
          <p:nvPr>
            <p:ph type="body" sz="quarter" idx="15"/>
          </p:nvPr>
        </p:nvSpPr>
        <p:spPr>
          <a:xfrm>
            <a:off x="239637" y="850647"/>
            <a:ext cx="1061625" cy="365760"/>
          </a:xfrm>
        </p:spPr>
        <p:txBody>
          <a:bodyPr/>
          <a:lstStyle/>
          <a:p>
            <a:r>
              <a:rPr lang="en-US" dirty="0"/>
              <a:t>The Fix</a:t>
            </a:r>
          </a:p>
        </p:txBody>
      </p:sp>
    </p:spTree>
    <p:extLst>
      <p:ext uri="{BB962C8B-B14F-4D97-AF65-F5344CB8AC3E}">
        <p14:creationId xmlns:p14="http://schemas.microsoft.com/office/powerpoint/2010/main" val="2716960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E858F-05F6-DD63-742F-56511D7AB0C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59AECF3-A115-4A27-C4B0-580FA5B09289}"/>
              </a:ext>
            </a:extLst>
          </p:cNvPr>
          <p:cNvSpPr>
            <a:spLocks noGrp="1"/>
          </p:cNvSpPr>
          <p:nvPr>
            <p:ph type="title"/>
          </p:nvPr>
        </p:nvSpPr>
        <p:spPr>
          <a:xfrm>
            <a:off x="239636" y="363914"/>
            <a:ext cx="8586864" cy="589032"/>
          </a:xfrm>
        </p:spPr>
        <p:txBody>
          <a:bodyPr>
            <a:normAutofit fontScale="90000"/>
          </a:bodyPr>
          <a:lstStyle/>
          <a:p>
            <a:r>
              <a:rPr lang="en-US" dirty="0"/>
              <a:t>KV-</a:t>
            </a:r>
            <a:r>
              <a:rPr lang="en-US" dirty="0" err="1"/>
              <a:t>PIMple</a:t>
            </a:r>
            <a:r>
              <a:rPr lang="en-US" dirty="0"/>
              <a:t>: PIM-aware KV-cache Allocation</a:t>
            </a:r>
          </a:p>
        </p:txBody>
      </p:sp>
      <p:sp>
        <p:nvSpPr>
          <p:cNvPr id="8" name="Text Placeholder 7">
            <a:extLst>
              <a:ext uri="{FF2B5EF4-FFF2-40B4-BE49-F238E27FC236}">
                <a16:creationId xmlns:a16="http://schemas.microsoft.com/office/drawing/2014/main" id="{ACE4F629-B38B-223B-C126-473B7991E137}"/>
              </a:ext>
            </a:extLst>
          </p:cNvPr>
          <p:cNvSpPr>
            <a:spLocks noGrp="1"/>
          </p:cNvSpPr>
          <p:nvPr>
            <p:ph type="body" sz="quarter" idx="15"/>
          </p:nvPr>
        </p:nvSpPr>
        <p:spPr>
          <a:xfrm>
            <a:off x="312444" y="952946"/>
            <a:ext cx="1800178" cy="365760"/>
          </a:xfrm>
        </p:spPr>
        <p:txBody>
          <a:bodyPr/>
          <a:lstStyle/>
          <a:p>
            <a:r>
              <a:rPr lang="en-US" dirty="0"/>
              <a:t>Measurements</a:t>
            </a:r>
          </a:p>
        </p:txBody>
      </p:sp>
      <p:sp>
        <p:nvSpPr>
          <p:cNvPr id="6" name="Text Placeholder 5">
            <a:extLst>
              <a:ext uri="{FF2B5EF4-FFF2-40B4-BE49-F238E27FC236}">
                <a16:creationId xmlns:a16="http://schemas.microsoft.com/office/drawing/2014/main" id="{28E5757C-25AF-205A-7C4D-FE6D2172D686}"/>
              </a:ext>
            </a:extLst>
          </p:cNvPr>
          <p:cNvSpPr>
            <a:spLocks noGrp="1"/>
          </p:cNvSpPr>
          <p:nvPr>
            <p:ph type="body" sz="half" idx="2"/>
          </p:nvPr>
        </p:nvSpPr>
        <p:spPr>
          <a:xfrm>
            <a:off x="312444" y="1419522"/>
            <a:ext cx="4919956" cy="4607988"/>
          </a:xfrm>
        </p:spPr>
        <p:txBody>
          <a:bodyPr>
            <a:normAutofit/>
          </a:bodyPr>
          <a:lstStyle/>
          <a:p>
            <a:pPr marL="285750" indent="-285750">
              <a:buFont typeface="Arial" panose="020B0604020202020204" pitchFamily="34" charset="0"/>
              <a:buChar char="•"/>
            </a:pPr>
            <a:r>
              <a:rPr lang="en-US" sz="2000" dirty="0"/>
              <a:t>At the standard 16-token block, KV-</a:t>
            </a:r>
            <a:r>
              <a:rPr lang="en-US" sz="2000" dirty="0" err="1"/>
              <a:t>PIMple</a:t>
            </a:r>
            <a:r>
              <a:rPr lang="en-US" sz="2000" dirty="0"/>
              <a:t> raises the row-hit rate from </a:t>
            </a:r>
            <a:r>
              <a:rPr lang="en-US" sz="2000" b="1" dirty="0"/>
              <a:t>0.77</a:t>
            </a:r>
            <a:r>
              <a:rPr lang="en-US" sz="2000" dirty="0"/>
              <a:t> to </a:t>
            </a:r>
            <a:r>
              <a:rPr lang="en-US" sz="2000" b="1" dirty="0"/>
              <a:t>0.96</a:t>
            </a:r>
            <a:r>
              <a:rPr lang="en-US" sz="2000" dirty="0"/>
              <a:t> and effective bandwidth from </a:t>
            </a:r>
            <a:r>
              <a:rPr lang="en-US" sz="2000" b="1" dirty="0"/>
              <a:t>1226</a:t>
            </a:r>
            <a:r>
              <a:rPr lang="en-US" sz="2000" dirty="0"/>
              <a:t> to </a:t>
            </a:r>
            <a:r>
              <a:rPr lang="en-US" sz="2000" b="1" dirty="0"/>
              <a:t>2805</a:t>
            </a:r>
            <a:r>
              <a:rPr lang="en-US" sz="2000" dirty="0"/>
              <a:t> GB/s -&gt; </a:t>
            </a:r>
            <a:r>
              <a:rPr lang="en-US" sz="2000" b="1" dirty="0"/>
              <a:t>2.3×</a:t>
            </a:r>
          </a:p>
          <a:p>
            <a:pPr marL="285750" indent="-285750">
              <a:buFont typeface="Arial" panose="020B0604020202020204" pitchFamily="34" charset="0"/>
              <a:buChar char="•"/>
            </a:pPr>
            <a:r>
              <a:rPr lang="en-US" sz="2000" dirty="0"/>
              <a:t>At 4-token blocks the gap widens to </a:t>
            </a:r>
            <a:r>
              <a:rPr lang="en-US" sz="2000" b="1" dirty="0"/>
              <a:t>6.5×</a:t>
            </a:r>
            <a:r>
              <a:rPr lang="en-US" sz="2000" dirty="0"/>
              <a:t>. Under speculative decoding it is </a:t>
            </a:r>
            <a:r>
              <a:rPr lang="en-US" sz="2000" b="1" dirty="0"/>
              <a:t>2.4×</a:t>
            </a:r>
            <a:endParaRPr lang="en-US" sz="2000" dirty="0"/>
          </a:p>
          <a:p>
            <a:pPr marL="285750" indent="-285750">
              <a:buFont typeface="Arial" panose="020B0604020202020204" pitchFamily="34" charset="0"/>
              <a:buChar char="•"/>
            </a:pPr>
            <a:r>
              <a:rPr lang="en-US" sz="2000" dirty="0"/>
              <a:t>However, at 128 tokens every allocator scores the same since a 128-token block is exactly one aligned region</a:t>
            </a:r>
          </a:p>
          <a:p>
            <a:pPr marL="285750" indent="-285750">
              <a:buFont typeface="Arial" panose="020B0604020202020204" pitchFamily="34" charset="0"/>
              <a:buChar char="•"/>
            </a:pPr>
            <a:r>
              <a:rPr lang="en-US" sz="2000" dirty="0"/>
              <a:t>Nevertheless, using 128-token blocks gives up the fine-grained packing of paging. With 16-token blocks and PIM-aware allocator we keep the packing and get the same result</a:t>
            </a:r>
          </a:p>
        </p:txBody>
      </p:sp>
      <p:pic>
        <p:nvPicPr>
          <p:cNvPr id="3" name="Picture 2">
            <a:extLst>
              <a:ext uri="{FF2B5EF4-FFF2-40B4-BE49-F238E27FC236}">
                <a16:creationId xmlns:a16="http://schemas.microsoft.com/office/drawing/2014/main" id="{7A2AEDEB-1B83-A9C7-F1B4-CE298BBE7498}"/>
              </a:ext>
            </a:extLst>
          </p:cNvPr>
          <p:cNvPicPr>
            <a:picLocks noChangeAspect="1"/>
          </p:cNvPicPr>
          <p:nvPr/>
        </p:nvPicPr>
        <p:blipFill>
          <a:blip r:embed="rId2"/>
          <a:stretch>
            <a:fillRect/>
          </a:stretch>
        </p:blipFill>
        <p:spPr>
          <a:xfrm>
            <a:off x="5770856" y="952946"/>
            <a:ext cx="6108700" cy="5905054"/>
          </a:xfrm>
          <a:prstGeom prst="rect">
            <a:avLst/>
          </a:prstGeom>
        </p:spPr>
      </p:pic>
    </p:spTree>
    <p:extLst>
      <p:ext uri="{BB962C8B-B14F-4D97-AF65-F5344CB8AC3E}">
        <p14:creationId xmlns:p14="http://schemas.microsoft.com/office/powerpoint/2010/main" val="1999118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0BE4-6CAA-F38A-DB99-AF9E176711F0}"/>
              </a:ext>
            </a:extLst>
          </p:cNvPr>
          <p:cNvSpPr>
            <a:spLocks noGrp="1"/>
          </p:cNvSpPr>
          <p:nvPr>
            <p:ph type="title"/>
          </p:nvPr>
        </p:nvSpPr>
        <p:spPr>
          <a:xfrm>
            <a:off x="229817" y="253623"/>
            <a:ext cx="11732366" cy="589032"/>
          </a:xfrm>
        </p:spPr>
        <p:txBody>
          <a:bodyPr>
            <a:normAutofit fontScale="90000"/>
          </a:bodyPr>
          <a:lstStyle/>
          <a:p>
            <a:r>
              <a:rPr lang="en-US" dirty="0"/>
              <a:t>KV-</a:t>
            </a:r>
            <a:r>
              <a:rPr lang="en-US" dirty="0" err="1"/>
              <a:t>PIMple</a:t>
            </a:r>
            <a:r>
              <a:rPr lang="en-US" dirty="0"/>
              <a:t>: PIM-aware KV-cache Allocation</a:t>
            </a:r>
          </a:p>
        </p:txBody>
      </p:sp>
      <p:sp>
        <p:nvSpPr>
          <p:cNvPr id="5" name="Text Placeholder 4">
            <a:extLst>
              <a:ext uri="{FF2B5EF4-FFF2-40B4-BE49-F238E27FC236}">
                <a16:creationId xmlns:a16="http://schemas.microsoft.com/office/drawing/2014/main" id="{A0AFF639-1778-E4AC-5DE3-C904C075B597}"/>
              </a:ext>
            </a:extLst>
          </p:cNvPr>
          <p:cNvSpPr>
            <a:spLocks noGrp="1"/>
          </p:cNvSpPr>
          <p:nvPr>
            <p:ph type="body" sz="quarter" idx="11"/>
          </p:nvPr>
        </p:nvSpPr>
        <p:spPr>
          <a:xfrm>
            <a:off x="229817" y="842655"/>
            <a:ext cx="11277600" cy="365760"/>
          </a:xfrm>
        </p:spPr>
        <p:txBody>
          <a:bodyPr/>
          <a:lstStyle/>
          <a:p>
            <a:r>
              <a:rPr lang="en-US" dirty="0"/>
              <a:t>Model Configs</a:t>
            </a:r>
          </a:p>
        </p:txBody>
      </p:sp>
      <p:sp>
        <p:nvSpPr>
          <p:cNvPr id="12" name="Text Placeholder 2">
            <a:extLst>
              <a:ext uri="{FF2B5EF4-FFF2-40B4-BE49-F238E27FC236}">
                <a16:creationId xmlns:a16="http://schemas.microsoft.com/office/drawing/2014/main" id="{EDBE3E5B-998F-D953-690E-475D81DE74AD}"/>
              </a:ext>
            </a:extLst>
          </p:cNvPr>
          <p:cNvSpPr txBox="1">
            <a:spLocks/>
          </p:cNvSpPr>
          <p:nvPr/>
        </p:nvSpPr>
        <p:spPr>
          <a:xfrm>
            <a:off x="6633468" y="4470480"/>
            <a:ext cx="5558532" cy="2387520"/>
          </a:xfrm>
          <a:prstGeom prst="rect">
            <a:avLst/>
          </a:prstGeom>
        </p:spPr>
        <p:txBody>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endParaRPr lang="en-US" dirty="0"/>
          </a:p>
        </p:txBody>
      </p:sp>
      <p:sp>
        <p:nvSpPr>
          <p:cNvPr id="14" name="Text Placeholder 5">
            <a:extLst>
              <a:ext uri="{FF2B5EF4-FFF2-40B4-BE49-F238E27FC236}">
                <a16:creationId xmlns:a16="http://schemas.microsoft.com/office/drawing/2014/main" id="{808A2291-F6F8-4C91-030C-135FD9136ABA}"/>
              </a:ext>
            </a:extLst>
          </p:cNvPr>
          <p:cNvSpPr txBox="1">
            <a:spLocks/>
          </p:cNvSpPr>
          <p:nvPr/>
        </p:nvSpPr>
        <p:spPr>
          <a:xfrm>
            <a:off x="229817" y="1906204"/>
            <a:ext cx="4154615" cy="3237296"/>
          </a:xfrm>
          <a:prstGeom prst="rect">
            <a:avLst/>
          </a:prstGeom>
        </p:spPr>
        <p:txBody>
          <a:bodyPr>
            <a:normAutofit/>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Token Size &amp; Model Heads:</a:t>
            </a:r>
          </a:p>
          <a:p>
            <a:pPr>
              <a:buFont typeface="Arial" panose="020B0604020202020204" pitchFamily="34" charset="0"/>
              <a:buChar char="•"/>
            </a:pPr>
            <a:r>
              <a:rPr lang="en-US" dirty="0"/>
              <a:t>Token size increases proportionally with the number of heads</a:t>
            </a:r>
          </a:p>
          <a:p>
            <a:pPr>
              <a:buFont typeface="Arial" panose="020B0604020202020204" pitchFamily="34" charset="0"/>
              <a:buChar char="•"/>
            </a:pPr>
            <a:r>
              <a:rPr lang="en-US" dirty="0"/>
              <a:t>As token size increases, block size (bytes) also increases, occupying more rows across banks –&gt; filling regions -&gt; row-hit rate increases</a:t>
            </a:r>
          </a:p>
          <a:p>
            <a:pPr>
              <a:buFont typeface="Arial" panose="020B0604020202020204" pitchFamily="34" charset="0"/>
              <a:buChar char="•"/>
            </a:pPr>
            <a:r>
              <a:rPr lang="en-US" dirty="0"/>
              <a:t>However, since memory storage is a constraint, we can’t just increase everything naively</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2" name="Text Placeholder 5">
            <a:extLst>
              <a:ext uri="{FF2B5EF4-FFF2-40B4-BE49-F238E27FC236}">
                <a16:creationId xmlns:a16="http://schemas.microsoft.com/office/drawing/2014/main" id="{3D0CBEA3-F321-E0D6-3331-5804EE62CD17}"/>
              </a:ext>
            </a:extLst>
          </p:cNvPr>
          <p:cNvSpPr txBox="1">
            <a:spLocks/>
          </p:cNvSpPr>
          <p:nvPr/>
        </p:nvSpPr>
        <p:spPr>
          <a:xfrm>
            <a:off x="7103651" y="5681003"/>
            <a:ext cx="3465388" cy="320634"/>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i="1" dirty="0">
                <a:solidFill>
                  <a:srgbClr val="FF0000"/>
                </a:solidFill>
              </a:rPr>
              <a:t>*The gains here are PIM bandwidth</a:t>
            </a:r>
          </a:p>
        </p:txBody>
      </p:sp>
      <p:pic>
        <p:nvPicPr>
          <p:cNvPr id="9" name="Content Placeholder 8">
            <a:extLst>
              <a:ext uri="{FF2B5EF4-FFF2-40B4-BE49-F238E27FC236}">
                <a16:creationId xmlns:a16="http://schemas.microsoft.com/office/drawing/2014/main" id="{32C98E4E-BF67-42A5-27A5-E17F6868E285}"/>
              </a:ext>
            </a:extLst>
          </p:cNvPr>
          <p:cNvPicPr>
            <a:picLocks noGrp="1" noChangeAspect="1"/>
          </p:cNvPicPr>
          <p:nvPr>
            <p:ph idx="14"/>
          </p:nvPr>
        </p:nvPicPr>
        <p:blipFill>
          <a:blip r:embed="rId2"/>
          <a:stretch>
            <a:fillRect/>
          </a:stretch>
        </p:blipFill>
        <p:spPr>
          <a:xfrm>
            <a:off x="4482246" y="1226478"/>
            <a:ext cx="7709754" cy="4454525"/>
          </a:xfrm>
          <a:prstGeom prst="rect">
            <a:avLst/>
          </a:prstGeom>
        </p:spPr>
      </p:pic>
    </p:spTree>
    <p:extLst>
      <p:ext uri="{BB962C8B-B14F-4D97-AF65-F5344CB8AC3E}">
        <p14:creationId xmlns:p14="http://schemas.microsoft.com/office/powerpoint/2010/main" val="1484601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FEA39-91C4-11CC-8BFB-1FEE95DA8EB2}"/>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26783E65-544C-D7F4-A9DB-85F23B0907B5}"/>
              </a:ext>
            </a:extLst>
          </p:cNvPr>
          <p:cNvPicPr>
            <a:picLocks noGrp="1" noChangeAspect="1"/>
          </p:cNvPicPr>
          <p:nvPr>
            <p:ph idx="14"/>
          </p:nvPr>
        </p:nvPicPr>
        <p:blipFill>
          <a:blip r:embed="rId2"/>
          <a:stretch>
            <a:fillRect/>
          </a:stretch>
        </p:blipFill>
        <p:spPr>
          <a:xfrm>
            <a:off x="0" y="1332906"/>
            <a:ext cx="6483246" cy="4060764"/>
          </a:xfrm>
          <a:prstGeom prst="rect">
            <a:avLst/>
          </a:prstGeom>
        </p:spPr>
      </p:pic>
      <p:pic>
        <p:nvPicPr>
          <p:cNvPr id="8" name="Picture 7">
            <a:extLst>
              <a:ext uri="{FF2B5EF4-FFF2-40B4-BE49-F238E27FC236}">
                <a16:creationId xmlns:a16="http://schemas.microsoft.com/office/drawing/2014/main" id="{2A3AF683-8CD5-CE1E-CA27-50309D108038}"/>
              </a:ext>
            </a:extLst>
          </p:cNvPr>
          <p:cNvPicPr>
            <a:picLocks noChangeAspect="1"/>
          </p:cNvPicPr>
          <p:nvPr/>
        </p:nvPicPr>
        <p:blipFill>
          <a:blip r:embed="rId3"/>
          <a:srcRect r="5058"/>
          <a:stretch>
            <a:fillRect/>
          </a:stretch>
        </p:blipFill>
        <p:spPr>
          <a:xfrm>
            <a:off x="6401198" y="842655"/>
            <a:ext cx="5790802" cy="3961983"/>
          </a:xfrm>
          <a:prstGeom prst="rect">
            <a:avLst/>
          </a:prstGeom>
        </p:spPr>
      </p:pic>
      <p:sp>
        <p:nvSpPr>
          <p:cNvPr id="4" name="Title 3">
            <a:extLst>
              <a:ext uri="{FF2B5EF4-FFF2-40B4-BE49-F238E27FC236}">
                <a16:creationId xmlns:a16="http://schemas.microsoft.com/office/drawing/2014/main" id="{8F0438CB-7DFA-1ED6-96A2-07D90CDAE88E}"/>
              </a:ext>
            </a:extLst>
          </p:cNvPr>
          <p:cNvSpPr>
            <a:spLocks noGrp="1"/>
          </p:cNvSpPr>
          <p:nvPr>
            <p:ph type="title"/>
          </p:nvPr>
        </p:nvSpPr>
        <p:spPr>
          <a:xfrm>
            <a:off x="229817" y="253623"/>
            <a:ext cx="11266714" cy="589032"/>
          </a:xfrm>
        </p:spPr>
        <p:txBody>
          <a:bodyPr>
            <a:normAutofit fontScale="90000"/>
          </a:bodyPr>
          <a:lstStyle/>
          <a:p>
            <a:r>
              <a:rPr lang="en-US" dirty="0"/>
              <a:t>KV-</a:t>
            </a:r>
            <a:r>
              <a:rPr lang="en-US" dirty="0" err="1"/>
              <a:t>PIMple</a:t>
            </a:r>
            <a:r>
              <a:rPr lang="en-US" dirty="0"/>
              <a:t>: PIM-aware KV-cache Allocation</a:t>
            </a:r>
          </a:p>
        </p:txBody>
      </p:sp>
      <p:sp>
        <p:nvSpPr>
          <p:cNvPr id="5" name="Text Placeholder 4">
            <a:extLst>
              <a:ext uri="{FF2B5EF4-FFF2-40B4-BE49-F238E27FC236}">
                <a16:creationId xmlns:a16="http://schemas.microsoft.com/office/drawing/2014/main" id="{EF66D6CE-AFDC-D388-A79E-D2C8B9F4D966}"/>
              </a:ext>
            </a:extLst>
          </p:cNvPr>
          <p:cNvSpPr>
            <a:spLocks noGrp="1"/>
          </p:cNvSpPr>
          <p:nvPr>
            <p:ph type="body" sz="quarter" idx="11"/>
          </p:nvPr>
        </p:nvSpPr>
        <p:spPr>
          <a:xfrm>
            <a:off x="229817" y="842655"/>
            <a:ext cx="11277600" cy="365760"/>
          </a:xfrm>
        </p:spPr>
        <p:txBody>
          <a:bodyPr/>
          <a:lstStyle/>
          <a:p>
            <a:r>
              <a:rPr lang="en-US" dirty="0"/>
              <a:t>Workload</a:t>
            </a:r>
          </a:p>
        </p:txBody>
      </p:sp>
      <p:sp>
        <p:nvSpPr>
          <p:cNvPr id="12" name="Text Placeholder 2">
            <a:extLst>
              <a:ext uri="{FF2B5EF4-FFF2-40B4-BE49-F238E27FC236}">
                <a16:creationId xmlns:a16="http://schemas.microsoft.com/office/drawing/2014/main" id="{3DAA1024-3008-72B1-4E98-7A06EBFCA9E8}"/>
              </a:ext>
            </a:extLst>
          </p:cNvPr>
          <p:cNvSpPr txBox="1">
            <a:spLocks/>
          </p:cNvSpPr>
          <p:nvPr/>
        </p:nvSpPr>
        <p:spPr>
          <a:xfrm>
            <a:off x="6633468" y="4470480"/>
            <a:ext cx="5558532" cy="2387520"/>
          </a:xfrm>
          <a:prstGeom prst="rect">
            <a:avLst/>
          </a:prstGeom>
        </p:spPr>
        <p:txBody>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endParaRPr lang="en-US" dirty="0"/>
          </a:p>
        </p:txBody>
      </p:sp>
      <p:sp>
        <p:nvSpPr>
          <p:cNvPr id="14" name="Text Placeholder 5">
            <a:extLst>
              <a:ext uri="{FF2B5EF4-FFF2-40B4-BE49-F238E27FC236}">
                <a16:creationId xmlns:a16="http://schemas.microsoft.com/office/drawing/2014/main" id="{F862BBE5-351D-FD30-5A26-B4373F8EC948}"/>
              </a:ext>
            </a:extLst>
          </p:cNvPr>
          <p:cNvSpPr txBox="1">
            <a:spLocks/>
          </p:cNvSpPr>
          <p:nvPr/>
        </p:nvSpPr>
        <p:spPr>
          <a:xfrm>
            <a:off x="6580366" y="4614528"/>
            <a:ext cx="5558533" cy="2155694"/>
          </a:xfrm>
          <a:prstGeom prst="rect">
            <a:avLst/>
          </a:prstGeom>
        </p:spPr>
        <p:txBody>
          <a:bodyPr>
            <a:normAutofit/>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t>Workload:</a:t>
            </a:r>
          </a:p>
          <a:p>
            <a:pPr>
              <a:buFont typeface="Arial" panose="020B0604020202020204" pitchFamily="34" charset="0"/>
              <a:buChar char="•"/>
            </a:pPr>
            <a:r>
              <a:rPr lang="en-US" sz="1800" dirty="0"/>
              <a:t>Row-hit rate grows with context length &amp; block size (caps at near 0.97)</a:t>
            </a:r>
          </a:p>
          <a:p>
            <a:pPr>
              <a:buFont typeface="Arial" panose="020B0604020202020204" pitchFamily="34" charset="0"/>
              <a:buChar char="•"/>
            </a:pPr>
            <a:r>
              <a:rPr lang="en-US" sz="1800" dirty="0"/>
              <a:t>If we just naively increase block size:</a:t>
            </a:r>
          </a:p>
          <a:p>
            <a:pPr marL="0" indent="0">
              <a:buNone/>
            </a:pPr>
            <a:r>
              <a:rPr lang="en-US" sz="1800" dirty="0"/>
              <a:t>     - Internal fragmentation</a:t>
            </a:r>
          </a:p>
          <a:p>
            <a:pPr marL="0" indent="0">
              <a:buNone/>
            </a:pPr>
            <a:r>
              <a:rPr lang="en-US" sz="1800" dirty="0"/>
              <a:t>     - Prefix sharing gets coarser</a:t>
            </a:r>
          </a:p>
          <a:p>
            <a:pPr>
              <a:buFont typeface="Arial" panose="020B0604020202020204" pitchFamily="34" charset="0"/>
              <a:buChar char="•"/>
            </a:pPr>
            <a:endParaRPr lang="en-US" sz="1800" dirty="0"/>
          </a:p>
          <a:p>
            <a:pPr>
              <a:buFont typeface="Arial" panose="020B0604020202020204" pitchFamily="34" charset="0"/>
              <a:buChar char="•"/>
            </a:pPr>
            <a:endParaRPr lang="en-US" sz="1800" dirty="0"/>
          </a:p>
          <a:p>
            <a:pPr>
              <a:buFont typeface="Arial" panose="020B0604020202020204" pitchFamily="34" charset="0"/>
              <a:buChar char="•"/>
            </a:pPr>
            <a:endParaRPr lang="en-US" sz="1800" dirty="0"/>
          </a:p>
          <a:p>
            <a:pPr>
              <a:buFont typeface="Arial" panose="020B0604020202020204" pitchFamily="34" charset="0"/>
              <a:buChar char="•"/>
            </a:pPr>
            <a:endParaRPr lang="en-US" sz="1800" dirty="0"/>
          </a:p>
        </p:txBody>
      </p:sp>
    </p:spTree>
    <p:extLst>
      <p:ext uri="{BB962C8B-B14F-4D97-AF65-F5344CB8AC3E}">
        <p14:creationId xmlns:p14="http://schemas.microsoft.com/office/powerpoint/2010/main" val="1674179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FAE36-403C-FC3C-D272-928EE22E55DE}"/>
            </a:ext>
          </a:extLst>
        </p:cNvPr>
        <p:cNvGrpSpPr/>
        <p:nvPr/>
      </p:nvGrpSpPr>
      <p:grpSpPr>
        <a:xfrm>
          <a:off x="0" y="0"/>
          <a:ext cx="0" cy="0"/>
          <a:chOff x="0" y="0"/>
          <a:chExt cx="0" cy="0"/>
        </a:xfrm>
      </p:grpSpPr>
      <p:pic>
        <p:nvPicPr>
          <p:cNvPr id="13" name="Content Placeholder 12">
            <a:extLst>
              <a:ext uri="{FF2B5EF4-FFF2-40B4-BE49-F238E27FC236}">
                <a16:creationId xmlns:a16="http://schemas.microsoft.com/office/drawing/2014/main" id="{E57E0091-DACC-C1DF-78C4-0E716C7D0E20}"/>
              </a:ext>
            </a:extLst>
          </p:cNvPr>
          <p:cNvPicPr>
            <a:picLocks noGrp="1" noChangeAspect="1"/>
          </p:cNvPicPr>
          <p:nvPr>
            <p:ph idx="14"/>
          </p:nvPr>
        </p:nvPicPr>
        <p:blipFill>
          <a:blip r:embed="rId2"/>
          <a:srcRect t="17728" r="51059" b="7072"/>
          <a:stretch>
            <a:fillRect/>
          </a:stretch>
        </p:blipFill>
        <p:spPr>
          <a:xfrm>
            <a:off x="6870701" y="3760235"/>
            <a:ext cx="4794138" cy="3097765"/>
          </a:xfrm>
          <a:prstGeom prst="rect">
            <a:avLst/>
          </a:prstGeom>
        </p:spPr>
      </p:pic>
      <p:pic>
        <p:nvPicPr>
          <p:cNvPr id="17" name="Picture 16">
            <a:extLst>
              <a:ext uri="{FF2B5EF4-FFF2-40B4-BE49-F238E27FC236}">
                <a16:creationId xmlns:a16="http://schemas.microsoft.com/office/drawing/2014/main" id="{BBAA389A-615E-19BD-DEAB-48C869F43213}"/>
              </a:ext>
            </a:extLst>
          </p:cNvPr>
          <p:cNvPicPr>
            <a:picLocks noChangeAspect="1"/>
          </p:cNvPicPr>
          <p:nvPr/>
        </p:nvPicPr>
        <p:blipFill>
          <a:blip r:embed="rId3"/>
          <a:srcRect l="48366" b="5128"/>
          <a:stretch>
            <a:fillRect/>
          </a:stretch>
        </p:blipFill>
        <p:spPr>
          <a:xfrm>
            <a:off x="6870701" y="538703"/>
            <a:ext cx="4604217" cy="3566017"/>
          </a:xfrm>
          <a:prstGeom prst="rect">
            <a:avLst/>
          </a:prstGeom>
        </p:spPr>
      </p:pic>
      <p:sp>
        <p:nvSpPr>
          <p:cNvPr id="4" name="Title 3">
            <a:extLst>
              <a:ext uri="{FF2B5EF4-FFF2-40B4-BE49-F238E27FC236}">
                <a16:creationId xmlns:a16="http://schemas.microsoft.com/office/drawing/2014/main" id="{C39DA47B-185C-C731-4BAD-F9DFB428417E}"/>
              </a:ext>
            </a:extLst>
          </p:cNvPr>
          <p:cNvSpPr>
            <a:spLocks noGrp="1"/>
          </p:cNvSpPr>
          <p:nvPr>
            <p:ph type="title"/>
          </p:nvPr>
        </p:nvSpPr>
        <p:spPr>
          <a:xfrm>
            <a:off x="229817" y="253623"/>
            <a:ext cx="11266714" cy="589032"/>
          </a:xfrm>
        </p:spPr>
        <p:txBody>
          <a:bodyPr>
            <a:normAutofit fontScale="90000"/>
          </a:bodyPr>
          <a:lstStyle/>
          <a:p>
            <a:r>
              <a:rPr lang="en-US" dirty="0"/>
              <a:t>KV-</a:t>
            </a:r>
            <a:r>
              <a:rPr lang="en-US" dirty="0" err="1"/>
              <a:t>PIMple</a:t>
            </a:r>
            <a:r>
              <a:rPr lang="en-US" dirty="0"/>
              <a:t>: PIM-aware KV-cache Allocation</a:t>
            </a:r>
          </a:p>
        </p:txBody>
      </p:sp>
      <p:sp>
        <p:nvSpPr>
          <p:cNvPr id="5" name="Text Placeholder 4">
            <a:extLst>
              <a:ext uri="{FF2B5EF4-FFF2-40B4-BE49-F238E27FC236}">
                <a16:creationId xmlns:a16="http://schemas.microsoft.com/office/drawing/2014/main" id="{E32C3E6D-25D4-A25F-06C9-27B8BF72DE97}"/>
              </a:ext>
            </a:extLst>
          </p:cNvPr>
          <p:cNvSpPr>
            <a:spLocks noGrp="1"/>
          </p:cNvSpPr>
          <p:nvPr>
            <p:ph type="body" sz="quarter" idx="11"/>
          </p:nvPr>
        </p:nvSpPr>
        <p:spPr>
          <a:xfrm>
            <a:off x="229817" y="842655"/>
            <a:ext cx="11277600" cy="365760"/>
          </a:xfrm>
        </p:spPr>
        <p:txBody>
          <a:bodyPr/>
          <a:lstStyle/>
          <a:p>
            <a:r>
              <a:rPr lang="en-US" dirty="0"/>
              <a:t>KV Tensor Layout</a:t>
            </a:r>
          </a:p>
        </p:txBody>
      </p:sp>
      <p:sp>
        <p:nvSpPr>
          <p:cNvPr id="12" name="Text Placeholder 2">
            <a:extLst>
              <a:ext uri="{FF2B5EF4-FFF2-40B4-BE49-F238E27FC236}">
                <a16:creationId xmlns:a16="http://schemas.microsoft.com/office/drawing/2014/main" id="{C182DF18-9E17-DB10-72D2-FCE39B92DEA4}"/>
              </a:ext>
            </a:extLst>
          </p:cNvPr>
          <p:cNvSpPr txBox="1">
            <a:spLocks/>
          </p:cNvSpPr>
          <p:nvPr/>
        </p:nvSpPr>
        <p:spPr>
          <a:xfrm>
            <a:off x="6633468" y="4470480"/>
            <a:ext cx="5558532" cy="2387520"/>
          </a:xfrm>
          <a:prstGeom prst="rect">
            <a:avLst/>
          </a:prstGeom>
        </p:spPr>
        <p:txBody>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endParaRPr lang="en-US" dirty="0"/>
          </a:p>
        </p:txBody>
      </p:sp>
      <p:sp>
        <p:nvSpPr>
          <p:cNvPr id="14" name="Text Placeholder 5">
            <a:extLst>
              <a:ext uri="{FF2B5EF4-FFF2-40B4-BE49-F238E27FC236}">
                <a16:creationId xmlns:a16="http://schemas.microsoft.com/office/drawing/2014/main" id="{06D376E4-ACDD-0A3C-21C8-3A486E6B4A0B}"/>
              </a:ext>
            </a:extLst>
          </p:cNvPr>
          <p:cNvSpPr txBox="1">
            <a:spLocks/>
          </p:cNvSpPr>
          <p:nvPr/>
        </p:nvSpPr>
        <p:spPr>
          <a:xfrm>
            <a:off x="262137" y="1424474"/>
            <a:ext cx="5558532" cy="4823926"/>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en-US" dirty="0"/>
              <a:t>KV-</a:t>
            </a:r>
            <a:r>
              <a:rPr lang="en-US" dirty="0" err="1"/>
              <a:t>PIMple</a:t>
            </a:r>
            <a:r>
              <a:rPr lang="en-US" dirty="0"/>
              <a:t>: 4 KB/token -&gt; 64 KB block -&gt; 8 blocks fill a row</a:t>
            </a:r>
          </a:p>
          <a:p>
            <a:pPr>
              <a:buFont typeface="Arial" panose="020B0604020202020204" pitchFamily="34" charset="0"/>
              <a:buChar char="•"/>
            </a:pPr>
            <a:r>
              <a:rPr lang="en-US" dirty="0" err="1"/>
              <a:t>vLLM</a:t>
            </a:r>
            <a:r>
              <a:rPr lang="en-US" dirty="0"/>
              <a:t>: K and V stay in separate tensors -&gt; each sees half the bytes -&gt; 32 KB block -&gt; 16 blocks fill a row</a:t>
            </a:r>
          </a:p>
          <a:p>
            <a:pPr>
              <a:buFont typeface="Arial" panose="020B0604020202020204" pitchFamily="34" charset="0"/>
              <a:buChar char="•"/>
            </a:pPr>
            <a:r>
              <a:rPr lang="en-US" dirty="0"/>
              <a:t>Smaller block per tensor -&gt; a row activation covers half as many reads</a:t>
            </a:r>
          </a:p>
          <a:p>
            <a:pPr>
              <a:buFont typeface="Arial" panose="020B0604020202020204" pitchFamily="34" charset="0"/>
              <a:buChar char="•"/>
            </a:pPr>
            <a:r>
              <a:rPr lang="en-US" dirty="0"/>
              <a:t>Paged pays one activation per block either way -&gt; row-hit 0.77 -&gt; 0.55</a:t>
            </a:r>
          </a:p>
          <a:p>
            <a:pPr>
              <a:buFont typeface="Arial" panose="020B0604020202020204" pitchFamily="34" charset="0"/>
              <a:buChar char="•"/>
            </a:pPr>
            <a:r>
              <a:rPr lang="en-US" dirty="0"/>
              <a:t>KV-</a:t>
            </a:r>
            <a:r>
              <a:rPr lang="en-US" dirty="0" err="1"/>
              <a:t>PIMple</a:t>
            </a:r>
            <a:r>
              <a:rPr lang="en-US" dirty="0"/>
              <a:t> still fills a whole row before moving on -&gt; row-hit 0.96 -&gt; 0.96 (at the 0.969 ceiling)</a:t>
            </a:r>
          </a:p>
          <a:p>
            <a:pPr>
              <a:buFont typeface="Arial" panose="020B0604020202020204" pitchFamily="34" charset="0"/>
              <a:buChar char="•"/>
            </a:pPr>
            <a:r>
              <a:rPr lang="en-US" dirty="0"/>
              <a:t>Bandwidth gain therefore widens: 2.3× -&gt; 3.5×</a:t>
            </a:r>
          </a:p>
          <a:p>
            <a:pPr>
              <a:buFont typeface="Arial" panose="020B0604020202020204" pitchFamily="34" charset="0"/>
              <a:buChar char="•"/>
            </a:pPr>
            <a:r>
              <a:rPr lang="en-US" dirty="0"/>
              <a:t>Note: Every measurement before/after this slide were run on 64 KB blocks</a:t>
            </a:r>
            <a:br>
              <a:rPr lang="en-US" dirty="0"/>
            </a:br>
            <a:endParaRPr lang="en-US" dirty="0"/>
          </a:p>
        </p:txBody>
      </p:sp>
    </p:spTree>
    <p:extLst>
      <p:ext uri="{BB962C8B-B14F-4D97-AF65-F5344CB8AC3E}">
        <p14:creationId xmlns:p14="http://schemas.microsoft.com/office/powerpoint/2010/main" val="424430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3210C-33F8-6808-FE56-D29EF463C414}"/>
            </a:ext>
          </a:extLst>
        </p:cNvPr>
        <p:cNvGrpSpPr/>
        <p:nvPr/>
      </p:nvGrpSpPr>
      <p:grpSpPr>
        <a:xfrm>
          <a:off x="0" y="0"/>
          <a:ext cx="0" cy="0"/>
          <a:chOff x="0" y="0"/>
          <a:chExt cx="0" cy="0"/>
        </a:xfrm>
      </p:grpSpPr>
      <p:pic>
        <p:nvPicPr>
          <p:cNvPr id="23" name="Content Placeholder 22">
            <a:extLst>
              <a:ext uri="{FF2B5EF4-FFF2-40B4-BE49-F238E27FC236}">
                <a16:creationId xmlns:a16="http://schemas.microsoft.com/office/drawing/2014/main" id="{43E1A34A-D544-8CCF-FF54-44F7BF1E0B9A}"/>
              </a:ext>
            </a:extLst>
          </p:cNvPr>
          <p:cNvPicPr>
            <a:picLocks noGrp="1" noChangeAspect="1"/>
          </p:cNvPicPr>
          <p:nvPr>
            <p:ph idx="14"/>
          </p:nvPr>
        </p:nvPicPr>
        <p:blipFill>
          <a:blip r:embed="rId2"/>
          <a:stretch>
            <a:fillRect/>
          </a:stretch>
        </p:blipFill>
        <p:spPr>
          <a:xfrm>
            <a:off x="5295900" y="1008843"/>
            <a:ext cx="6875056" cy="5076965"/>
          </a:xfrm>
          <a:prstGeom prst="rect">
            <a:avLst/>
          </a:prstGeom>
        </p:spPr>
      </p:pic>
      <p:sp>
        <p:nvSpPr>
          <p:cNvPr id="4" name="Title 3">
            <a:extLst>
              <a:ext uri="{FF2B5EF4-FFF2-40B4-BE49-F238E27FC236}">
                <a16:creationId xmlns:a16="http://schemas.microsoft.com/office/drawing/2014/main" id="{3A9E0900-B7F8-A0A5-CBF5-47C0C28C703F}"/>
              </a:ext>
            </a:extLst>
          </p:cNvPr>
          <p:cNvSpPr>
            <a:spLocks noGrp="1"/>
          </p:cNvSpPr>
          <p:nvPr>
            <p:ph type="title"/>
          </p:nvPr>
        </p:nvSpPr>
        <p:spPr>
          <a:xfrm>
            <a:off x="229817" y="253623"/>
            <a:ext cx="11266714" cy="589032"/>
          </a:xfrm>
        </p:spPr>
        <p:txBody>
          <a:bodyPr>
            <a:normAutofit fontScale="90000"/>
          </a:bodyPr>
          <a:lstStyle/>
          <a:p>
            <a:r>
              <a:rPr lang="en-US" dirty="0"/>
              <a:t>KV-</a:t>
            </a:r>
            <a:r>
              <a:rPr lang="en-US" dirty="0" err="1"/>
              <a:t>PIMple</a:t>
            </a:r>
            <a:r>
              <a:rPr lang="en-US" dirty="0"/>
              <a:t>: PIM-aware KV-cache Allocation</a:t>
            </a:r>
          </a:p>
        </p:txBody>
      </p:sp>
      <p:sp>
        <p:nvSpPr>
          <p:cNvPr id="5" name="Text Placeholder 4">
            <a:extLst>
              <a:ext uri="{FF2B5EF4-FFF2-40B4-BE49-F238E27FC236}">
                <a16:creationId xmlns:a16="http://schemas.microsoft.com/office/drawing/2014/main" id="{8AD16664-3D8D-99DE-5F37-F1C4FA4D25F1}"/>
              </a:ext>
            </a:extLst>
          </p:cNvPr>
          <p:cNvSpPr>
            <a:spLocks noGrp="1"/>
          </p:cNvSpPr>
          <p:nvPr>
            <p:ph type="body" sz="quarter" idx="11"/>
          </p:nvPr>
        </p:nvSpPr>
        <p:spPr>
          <a:xfrm>
            <a:off x="229817" y="842655"/>
            <a:ext cx="11277600" cy="365760"/>
          </a:xfrm>
        </p:spPr>
        <p:txBody>
          <a:bodyPr/>
          <a:lstStyle/>
          <a:p>
            <a:r>
              <a:rPr lang="en-US" dirty="0"/>
              <a:t>Cost of Implementations</a:t>
            </a:r>
          </a:p>
        </p:txBody>
      </p:sp>
      <p:sp>
        <p:nvSpPr>
          <p:cNvPr id="12" name="Text Placeholder 2">
            <a:extLst>
              <a:ext uri="{FF2B5EF4-FFF2-40B4-BE49-F238E27FC236}">
                <a16:creationId xmlns:a16="http://schemas.microsoft.com/office/drawing/2014/main" id="{59DF5001-D4FE-2AD4-D122-A1A1AE38AF2A}"/>
              </a:ext>
            </a:extLst>
          </p:cNvPr>
          <p:cNvSpPr txBox="1">
            <a:spLocks/>
          </p:cNvSpPr>
          <p:nvPr/>
        </p:nvSpPr>
        <p:spPr>
          <a:xfrm>
            <a:off x="6633468" y="4470480"/>
            <a:ext cx="5558532" cy="2387520"/>
          </a:xfrm>
          <a:prstGeom prst="rect">
            <a:avLst/>
          </a:prstGeom>
        </p:spPr>
        <p:txBody>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endParaRPr lang="en-US" dirty="0"/>
          </a:p>
        </p:txBody>
      </p:sp>
      <p:sp>
        <p:nvSpPr>
          <p:cNvPr id="7" name="Text Placeholder 5">
            <a:extLst>
              <a:ext uri="{FF2B5EF4-FFF2-40B4-BE49-F238E27FC236}">
                <a16:creationId xmlns:a16="http://schemas.microsoft.com/office/drawing/2014/main" id="{4D708386-9205-E5DA-9F4F-C99223C3E4E2}"/>
              </a:ext>
            </a:extLst>
          </p:cNvPr>
          <p:cNvSpPr txBox="1">
            <a:spLocks/>
          </p:cNvSpPr>
          <p:nvPr/>
        </p:nvSpPr>
        <p:spPr>
          <a:xfrm>
            <a:off x="229817" y="1288080"/>
            <a:ext cx="5218483" cy="4797728"/>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en-US" sz="1800" dirty="0" err="1"/>
              <a:t>vLLM</a:t>
            </a:r>
            <a:r>
              <a:rPr lang="en-US" sz="1800" dirty="0"/>
              <a:t> pops any block off a free list (one operation). We pop the lowest free slot from that sequence's region heap, and the lowest empty region when it fills -&gt; ordered structures instead of a single list</a:t>
            </a:r>
          </a:p>
          <a:p>
            <a:pPr>
              <a:buFont typeface="Arial" panose="020B0604020202020204" pitchFamily="34" charset="0"/>
              <a:buChar char="•"/>
            </a:pPr>
            <a:r>
              <a:rPr lang="en-US" sz="1800" b="1" dirty="0"/>
              <a:t>Headroom: </a:t>
            </a:r>
            <a:r>
              <a:rPr lang="en-US" sz="1800" dirty="0"/>
              <a:t>an empty region is almost always available</a:t>
            </a:r>
          </a:p>
          <a:p>
            <a:pPr>
              <a:buFont typeface="Arial" panose="020B0604020202020204" pitchFamily="34" charset="0"/>
              <a:buChar char="•"/>
            </a:pPr>
            <a:r>
              <a:rPr lang="en-US" sz="1800" b="1" dirty="0"/>
              <a:t>Oversubscribed: </a:t>
            </a:r>
            <a:r>
              <a:rPr lang="en-US" sz="1800" dirty="0"/>
              <a:t>no region is ever empty -&gt; falls back to scanning all regions</a:t>
            </a:r>
          </a:p>
          <a:p>
            <a:pPr>
              <a:buFont typeface="Arial" panose="020B0604020202020204" pitchFamily="34" charset="0"/>
              <a:buChar char="•"/>
            </a:pPr>
            <a:r>
              <a:rPr lang="en-US" sz="1800" b="1" dirty="0"/>
              <a:t>Speculative decoding: e</a:t>
            </a:r>
            <a:r>
              <a:rPr lang="en-US" sz="1800" dirty="0"/>
              <a:t>ach round forks 4 draft branches, keeps one and frees the rest -&gt; churn-dominated: 110 allocations/step vs. 6 in steady</a:t>
            </a:r>
          </a:p>
          <a:p>
            <a:pPr>
              <a:buFont typeface="Arial" panose="020B0604020202020204" pitchFamily="34" charset="0"/>
              <a:buChar char="•"/>
            </a:pPr>
            <a:r>
              <a:rPr lang="en-US" sz="1800" b="1" dirty="0"/>
              <a:t>Worst case per operation</a:t>
            </a:r>
            <a:r>
              <a:rPr lang="en-US" sz="1800" dirty="0"/>
              <a:t>: the admission cost is best-fit region planning, which sorts every region and is </a:t>
            </a:r>
            <a:r>
              <a:rPr lang="en-US" sz="1800" b="1" dirty="0"/>
              <a:t>droppable</a:t>
            </a:r>
            <a:r>
              <a:rPr lang="en-US" sz="1800" dirty="0"/>
              <a:t> (measured as a no-op)</a:t>
            </a:r>
          </a:p>
          <a:p>
            <a:pPr>
              <a:buFont typeface="Arial" panose="020B0604020202020204" pitchFamily="34" charset="0"/>
              <a:buChar char="•"/>
            </a:pPr>
            <a:r>
              <a:rPr lang="en-US" sz="1800" b="1" dirty="0"/>
              <a:t>Memory</a:t>
            </a:r>
            <a:r>
              <a:rPr lang="en-US" sz="1800" dirty="0"/>
              <a:t>: region bookkeeping is </a:t>
            </a:r>
            <a:r>
              <a:rPr lang="en-US" sz="1800" b="1" dirty="0"/>
              <a:t>70 KiB vs </a:t>
            </a:r>
            <a:r>
              <a:rPr lang="en-US" sz="1800" b="1" dirty="0" err="1"/>
              <a:t>vLLM's</a:t>
            </a:r>
            <a:r>
              <a:rPr lang="en-US" sz="1800" b="1" dirty="0"/>
              <a:t> 113 KiB</a:t>
            </a:r>
            <a:r>
              <a:rPr lang="en-US" sz="1800" dirty="0"/>
              <a:t> free list -&gt; no memory cost</a:t>
            </a:r>
          </a:p>
          <a:p>
            <a:pPr>
              <a:buFont typeface="Arial" panose="020B0604020202020204" pitchFamily="34" charset="0"/>
              <a:buChar char="•"/>
            </a:pPr>
            <a:r>
              <a:rPr lang="en-US" sz="1800" dirty="0"/>
              <a:t>The trade: Increase CPU time per decode step to gain memory time. Benefit-to-cost runs from 226× on steady down to 5× on long context</a:t>
            </a:r>
            <a:endParaRPr lang="en-US" sz="1600" dirty="0"/>
          </a:p>
          <a:p>
            <a:pPr>
              <a:buFont typeface="Arial" panose="020B0604020202020204" pitchFamily="34" charset="0"/>
              <a:buChar char="•"/>
            </a:pPr>
            <a:endParaRPr lang="en-US" sz="1600" dirty="0"/>
          </a:p>
          <a:p>
            <a:pPr>
              <a:buFont typeface="Arial" panose="020B0604020202020204" pitchFamily="34" charset="0"/>
              <a:buChar char="•"/>
            </a:pPr>
            <a:endParaRPr lang="en-US" sz="1600" dirty="0"/>
          </a:p>
          <a:p>
            <a:pPr>
              <a:buFont typeface="Arial" panose="020B0604020202020204" pitchFamily="34" charset="0"/>
              <a:buChar char="•"/>
            </a:pPr>
            <a:endParaRPr lang="en-US" sz="1600" dirty="0"/>
          </a:p>
        </p:txBody>
      </p:sp>
      <p:sp>
        <p:nvSpPr>
          <p:cNvPr id="13" name="Text Placeholder 5">
            <a:extLst>
              <a:ext uri="{FF2B5EF4-FFF2-40B4-BE49-F238E27FC236}">
                <a16:creationId xmlns:a16="http://schemas.microsoft.com/office/drawing/2014/main" id="{00468CBD-8DDC-4CEC-FE2D-6E1E37ECFC5B}"/>
              </a:ext>
            </a:extLst>
          </p:cNvPr>
          <p:cNvSpPr txBox="1">
            <a:spLocks/>
          </p:cNvSpPr>
          <p:nvPr/>
        </p:nvSpPr>
        <p:spPr>
          <a:xfrm>
            <a:off x="5863174" y="6085808"/>
            <a:ext cx="6096000" cy="365760"/>
          </a:xfrm>
          <a:prstGeom prst="rect">
            <a:avLst/>
          </a:prstGeom>
        </p:spPr>
        <p:txBody>
          <a:bodyPr>
            <a:normAutofit/>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i="1" dirty="0">
                <a:solidFill>
                  <a:srgbClr val="FF0000"/>
                </a:solidFill>
              </a:rPr>
              <a:t>Cost and trade-offs of KV-</a:t>
            </a:r>
            <a:r>
              <a:rPr lang="en-US" sz="1600" i="1" dirty="0" err="1">
                <a:solidFill>
                  <a:srgbClr val="FF0000"/>
                </a:solidFill>
              </a:rPr>
              <a:t>PIMple</a:t>
            </a:r>
            <a:r>
              <a:rPr lang="en-US" sz="1600" i="1" dirty="0">
                <a:solidFill>
                  <a:srgbClr val="FF0000"/>
                </a:solidFill>
              </a:rPr>
              <a:t> compared to plain Paging</a:t>
            </a:r>
          </a:p>
          <a:p>
            <a:pPr algn="ctr">
              <a:buFont typeface="Arial" panose="020B0604020202020204" pitchFamily="34" charset="0"/>
              <a:buChar char="•"/>
            </a:pPr>
            <a:endParaRPr lang="en-US" sz="1600" i="1" dirty="0"/>
          </a:p>
        </p:txBody>
      </p:sp>
    </p:spTree>
    <p:extLst>
      <p:ext uri="{BB962C8B-B14F-4D97-AF65-F5344CB8AC3E}">
        <p14:creationId xmlns:p14="http://schemas.microsoft.com/office/powerpoint/2010/main" val="971406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37E38-78B5-4742-1884-69672ADD2E2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A61277D-9C1C-EC42-C1A6-BA3A7BDB4EE8}"/>
              </a:ext>
            </a:extLst>
          </p:cNvPr>
          <p:cNvSpPr>
            <a:spLocks noGrp="1"/>
          </p:cNvSpPr>
          <p:nvPr>
            <p:ph type="title"/>
          </p:nvPr>
        </p:nvSpPr>
        <p:spPr>
          <a:xfrm>
            <a:off x="229817" y="253623"/>
            <a:ext cx="11266714" cy="589032"/>
          </a:xfrm>
        </p:spPr>
        <p:txBody>
          <a:bodyPr>
            <a:normAutofit fontScale="90000"/>
          </a:bodyPr>
          <a:lstStyle/>
          <a:p>
            <a:r>
              <a:rPr lang="en-US" dirty="0"/>
              <a:t>KV-</a:t>
            </a:r>
            <a:r>
              <a:rPr lang="en-US" dirty="0" err="1"/>
              <a:t>PIMple</a:t>
            </a:r>
            <a:r>
              <a:rPr lang="en-US" dirty="0"/>
              <a:t>: PIM-aware KV-cache Allocation</a:t>
            </a:r>
          </a:p>
        </p:txBody>
      </p:sp>
      <p:sp>
        <p:nvSpPr>
          <p:cNvPr id="5" name="Text Placeholder 4">
            <a:extLst>
              <a:ext uri="{FF2B5EF4-FFF2-40B4-BE49-F238E27FC236}">
                <a16:creationId xmlns:a16="http://schemas.microsoft.com/office/drawing/2014/main" id="{C97590F5-7018-DBBB-AE76-30BE7B91023F}"/>
              </a:ext>
            </a:extLst>
          </p:cNvPr>
          <p:cNvSpPr>
            <a:spLocks noGrp="1"/>
          </p:cNvSpPr>
          <p:nvPr>
            <p:ph type="body" sz="quarter" idx="11"/>
          </p:nvPr>
        </p:nvSpPr>
        <p:spPr>
          <a:xfrm>
            <a:off x="229817" y="842655"/>
            <a:ext cx="11277600" cy="365760"/>
          </a:xfrm>
        </p:spPr>
        <p:txBody>
          <a:bodyPr/>
          <a:lstStyle/>
          <a:p>
            <a:r>
              <a:rPr lang="en-US" dirty="0"/>
              <a:t>Validation Against Other Simulators</a:t>
            </a:r>
          </a:p>
        </p:txBody>
      </p:sp>
      <p:sp>
        <p:nvSpPr>
          <p:cNvPr id="12" name="Text Placeholder 2">
            <a:extLst>
              <a:ext uri="{FF2B5EF4-FFF2-40B4-BE49-F238E27FC236}">
                <a16:creationId xmlns:a16="http://schemas.microsoft.com/office/drawing/2014/main" id="{8D085030-26FD-33D2-3973-F8D101EB09F9}"/>
              </a:ext>
            </a:extLst>
          </p:cNvPr>
          <p:cNvSpPr txBox="1">
            <a:spLocks/>
          </p:cNvSpPr>
          <p:nvPr/>
        </p:nvSpPr>
        <p:spPr>
          <a:xfrm>
            <a:off x="6633468" y="4470480"/>
            <a:ext cx="5558532" cy="2387520"/>
          </a:xfrm>
          <a:prstGeom prst="rect">
            <a:avLst/>
          </a:prstGeom>
        </p:spPr>
        <p:txBody>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endParaRPr lang="en-US" dirty="0"/>
          </a:p>
        </p:txBody>
      </p:sp>
      <p:sp>
        <p:nvSpPr>
          <p:cNvPr id="14" name="Text Placeholder 5">
            <a:extLst>
              <a:ext uri="{FF2B5EF4-FFF2-40B4-BE49-F238E27FC236}">
                <a16:creationId xmlns:a16="http://schemas.microsoft.com/office/drawing/2014/main" id="{93305BE1-884C-BA52-0365-77B2E12E46E3}"/>
              </a:ext>
            </a:extLst>
          </p:cNvPr>
          <p:cNvSpPr txBox="1">
            <a:spLocks/>
          </p:cNvSpPr>
          <p:nvPr/>
        </p:nvSpPr>
        <p:spPr>
          <a:xfrm>
            <a:off x="6486119" y="4588006"/>
            <a:ext cx="5658989" cy="2275683"/>
          </a:xfrm>
          <a:prstGeom prst="rect">
            <a:avLst/>
          </a:prstGeom>
        </p:spPr>
        <p:txBody>
          <a:bodyPr>
            <a:normAutofit/>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endParaRPr lang="en-US" sz="1800" dirty="0"/>
          </a:p>
          <a:p>
            <a:pPr>
              <a:buFont typeface="Arial" panose="020B0604020202020204" pitchFamily="34" charset="0"/>
              <a:buChar char="•"/>
            </a:pPr>
            <a:endParaRPr lang="en-US" sz="1800" dirty="0"/>
          </a:p>
          <a:p>
            <a:pPr>
              <a:buFont typeface="Arial" panose="020B0604020202020204" pitchFamily="34" charset="0"/>
              <a:buChar char="•"/>
            </a:pPr>
            <a:endParaRPr lang="en-US" sz="1800" dirty="0"/>
          </a:p>
          <a:p>
            <a:pPr>
              <a:buFont typeface="Arial" panose="020B0604020202020204" pitchFamily="34" charset="0"/>
              <a:buChar char="•"/>
            </a:pPr>
            <a:endParaRPr lang="en-US" sz="1800" dirty="0"/>
          </a:p>
        </p:txBody>
      </p:sp>
      <p:sp>
        <p:nvSpPr>
          <p:cNvPr id="3" name="Text Placeholder 5">
            <a:extLst>
              <a:ext uri="{FF2B5EF4-FFF2-40B4-BE49-F238E27FC236}">
                <a16:creationId xmlns:a16="http://schemas.microsoft.com/office/drawing/2014/main" id="{5C0BA418-AC0C-4205-1E19-739C5942199D}"/>
              </a:ext>
            </a:extLst>
          </p:cNvPr>
          <p:cNvSpPr txBox="1">
            <a:spLocks/>
          </p:cNvSpPr>
          <p:nvPr/>
        </p:nvSpPr>
        <p:spPr>
          <a:xfrm>
            <a:off x="2433675" y="1282402"/>
            <a:ext cx="7096049" cy="355987"/>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FF0000"/>
                </a:solidFill>
              </a:rPr>
              <a:t>KV-</a:t>
            </a:r>
            <a:r>
              <a:rPr lang="en-US" sz="1800" dirty="0" err="1">
                <a:solidFill>
                  <a:srgbClr val="FF0000"/>
                </a:solidFill>
              </a:rPr>
              <a:t>PIMple_sim</a:t>
            </a:r>
            <a:r>
              <a:rPr lang="en-US" sz="1800" dirty="0">
                <a:solidFill>
                  <a:srgbClr val="FF0000"/>
                </a:solidFill>
              </a:rPr>
              <a:t> generates memory traces -&gt; run inside </a:t>
            </a:r>
            <a:r>
              <a:rPr lang="en-US" sz="1800" dirty="0" err="1">
                <a:solidFill>
                  <a:srgbClr val="FF0000"/>
                </a:solidFill>
              </a:rPr>
              <a:t>Ramulator</a:t>
            </a:r>
            <a:r>
              <a:rPr lang="en-US" sz="1800" dirty="0">
                <a:solidFill>
                  <a:srgbClr val="FF0000"/>
                </a:solidFill>
              </a:rPr>
              <a:t> &amp; </a:t>
            </a:r>
            <a:r>
              <a:rPr lang="en-US" sz="1800" dirty="0" err="1">
                <a:solidFill>
                  <a:srgbClr val="FF0000"/>
                </a:solidFill>
              </a:rPr>
              <a:t>AttAcc</a:t>
            </a:r>
            <a:endParaRPr lang="en-US" sz="1800" dirty="0">
              <a:solidFill>
                <a:srgbClr val="FF0000"/>
              </a:solidFill>
            </a:endParaRPr>
          </a:p>
          <a:p>
            <a:pPr>
              <a:buFont typeface="Arial" panose="020B0604020202020204" pitchFamily="34" charset="0"/>
              <a:buChar char="•"/>
            </a:pPr>
            <a:endParaRPr lang="en-US" sz="1800" dirty="0"/>
          </a:p>
          <a:p>
            <a:pPr>
              <a:buFont typeface="Arial" panose="020B0604020202020204" pitchFamily="34" charset="0"/>
              <a:buChar char="•"/>
            </a:pPr>
            <a:endParaRPr lang="en-US" sz="1800" dirty="0"/>
          </a:p>
          <a:p>
            <a:pPr>
              <a:buFont typeface="Arial" panose="020B0604020202020204" pitchFamily="34" charset="0"/>
              <a:buChar char="•"/>
            </a:pPr>
            <a:endParaRPr lang="en-US" sz="1800" dirty="0"/>
          </a:p>
          <a:p>
            <a:pPr>
              <a:buFont typeface="Arial" panose="020B0604020202020204" pitchFamily="34" charset="0"/>
              <a:buChar char="•"/>
            </a:pPr>
            <a:endParaRPr lang="en-US" sz="1800" dirty="0"/>
          </a:p>
        </p:txBody>
      </p:sp>
      <p:pic>
        <p:nvPicPr>
          <p:cNvPr id="8" name="Content Placeholder 7">
            <a:extLst>
              <a:ext uri="{FF2B5EF4-FFF2-40B4-BE49-F238E27FC236}">
                <a16:creationId xmlns:a16="http://schemas.microsoft.com/office/drawing/2014/main" id="{BAC39455-AD11-287D-4A14-7F070EFE2F14}"/>
              </a:ext>
            </a:extLst>
          </p:cNvPr>
          <p:cNvPicPr>
            <a:picLocks noGrp="1" noChangeAspect="1"/>
          </p:cNvPicPr>
          <p:nvPr>
            <p:ph idx="14"/>
          </p:nvPr>
        </p:nvPicPr>
        <p:blipFill>
          <a:blip r:embed="rId2"/>
          <a:stretch>
            <a:fillRect/>
          </a:stretch>
        </p:blipFill>
        <p:spPr>
          <a:xfrm>
            <a:off x="1684307" y="1638389"/>
            <a:ext cx="8823386" cy="4454525"/>
          </a:xfrm>
          <a:prstGeom prst="rect">
            <a:avLst/>
          </a:prstGeom>
        </p:spPr>
      </p:pic>
    </p:spTree>
    <p:extLst>
      <p:ext uri="{BB962C8B-B14F-4D97-AF65-F5344CB8AC3E}">
        <p14:creationId xmlns:p14="http://schemas.microsoft.com/office/powerpoint/2010/main" val="906274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4576D-42E3-FF16-57CE-804D64F9749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9E2118-A56F-9C11-EC3F-3121064025E8}"/>
              </a:ext>
            </a:extLst>
          </p:cNvPr>
          <p:cNvSpPr>
            <a:spLocks noGrp="1"/>
          </p:cNvSpPr>
          <p:nvPr>
            <p:ph type="title"/>
          </p:nvPr>
        </p:nvSpPr>
        <p:spPr>
          <a:xfrm>
            <a:off x="229817" y="253623"/>
            <a:ext cx="11266714" cy="589032"/>
          </a:xfrm>
        </p:spPr>
        <p:txBody>
          <a:bodyPr>
            <a:normAutofit fontScale="90000"/>
          </a:bodyPr>
          <a:lstStyle/>
          <a:p>
            <a:r>
              <a:rPr lang="en-US" dirty="0"/>
              <a:t>KV-</a:t>
            </a:r>
            <a:r>
              <a:rPr lang="en-US" dirty="0" err="1"/>
              <a:t>PIMple</a:t>
            </a:r>
            <a:r>
              <a:rPr lang="en-US" dirty="0"/>
              <a:t>: PIM-aware KV-cache Allocation</a:t>
            </a:r>
          </a:p>
        </p:txBody>
      </p:sp>
      <p:sp>
        <p:nvSpPr>
          <p:cNvPr id="5" name="Text Placeholder 4">
            <a:extLst>
              <a:ext uri="{FF2B5EF4-FFF2-40B4-BE49-F238E27FC236}">
                <a16:creationId xmlns:a16="http://schemas.microsoft.com/office/drawing/2014/main" id="{38343AF2-904C-0EF4-F3A9-DC4F6FD2749B}"/>
              </a:ext>
            </a:extLst>
          </p:cNvPr>
          <p:cNvSpPr>
            <a:spLocks noGrp="1"/>
          </p:cNvSpPr>
          <p:nvPr>
            <p:ph type="body" sz="quarter" idx="11"/>
          </p:nvPr>
        </p:nvSpPr>
        <p:spPr>
          <a:xfrm>
            <a:off x="229817" y="842655"/>
            <a:ext cx="11277600" cy="365760"/>
          </a:xfrm>
        </p:spPr>
        <p:txBody>
          <a:bodyPr/>
          <a:lstStyle/>
          <a:p>
            <a:r>
              <a:rPr lang="en-US" dirty="0"/>
              <a:t>Gaps &amp; Challenges</a:t>
            </a:r>
          </a:p>
        </p:txBody>
      </p:sp>
      <p:sp>
        <p:nvSpPr>
          <p:cNvPr id="12" name="Text Placeholder 2">
            <a:extLst>
              <a:ext uri="{FF2B5EF4-FFF2-40B4-BE49-F238E27FC236}">
                <a16:creationId xmlns:a16="http://schemas.microsoft.com/office/drawing/2014/main" id="{962B37B2-42F1-E0A1-F440-830EAD638EA8}"/>
              </a:ext>
            </a:extLst>
          </p:cNvPr>
          <p:cNvSpPr txBox="1">
            <a:spLocks/>
          </p:cNvSpPr>
          <p:nvPr/>
        </p:nvSpPr>
        <p:spPr>
          <a:xfrm>
            <a:off x="6633468" y="4470480"/>
            <a:ext cx="5558532" cy="2387520"/>
          </a:xfrm>
          <a:prstGeom prst="rect">
            <a:avLst/>
          </a:prstGeom>
        </p:spPr>
        <p:txBody>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endParaRPr lang="en-US" dirty="0"/>
          </a:p>
        </p:txBody>
      </p:sp>
      <p:sp>
        <p:nvSpPr>
          <p:cNvPr id="7" name="Text Placeholder 5">
            <a:extLst>
              <a:ext uri="{FF2B5EF4-FFF2-40B4-BE49-F238E27FC236}">
                <a16:creationId xmlns:a16="http://schemas.microsoft.com/office/drawing/2014/main" id="{9CC20281-8669-4466-719C-E8855DB6B44A}"/>
              </a:ext>
            </a:extLst>
          </p:cNvPr>
          <p:cNvSpPr txBox="1">
            <a:spLocks/>
          </p:cNvSpPr>
          <p:nvPr/>
        </p:nvSpPr>
        <p:spPr>
          <a:xfrm>
            <a:off x="229817" y="1288080"/>
            <a:ext cx="4862883" cy="4727265"/>
          </a:xfrm>
          <a:prstGeom prst="rect">
            <a:avLst/>
          </a:prstGeom>
        </p:spPr>
        <p:txBody>
          <a:bodyPr>
            <a:normAutofit/>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en-US" sz="1800" b="1" dirty="0"/>
              <a:t>Preemption: </a:t>
            </a:r>
            <a:r>
              <a:rPr lang="en-US" sz="1800" dirty="0"/>
              <a:t>Benefits shrink when the memory pool is oversubscribed -&gt; </a:t>
            </a:r>
            <a:r>
              <a:rPr lang="en-US" sz="1800" b="1" dirty="0"/>
              <a:t>2.3× </a:t>
            </a:r>
            <a:r>
              <a:rPr lang="en-US" sz="1800" dirty="0"/>
              <a:t>to </a:t>
            </a:r>
            <a:r>
              <a:rPr lang="en-US" sz="1800" b="1" dirty="0"/>
              <a:t>1.38× </a:t>
            </a:r>
            <a:r>
              <a:rPr lang="en-US" sz="1800" dirty="0"/>
              <a:t>-&gt; still above the baseline</a:t>
            </a:r>
          </a:p>
          <a:p>
            <a:pPr>
              <a:buFont typeface="Arial" panose="020B0604020202020204" pitchFamily="34" charset="0"/>
              <a:buChar char="•"/>
            </a:pPr>
            <a:r>
              <a:rPr lang="en-US" sz="1800" b="1" dirty="0"/>
              <a:t>Long Context: </a:t>
            </a:r>
            <a:r>
              <a:rPr lang="en-US" sz="1800" dirty="0"/>
              <a:t>thousands of tokens per request (which is normal) then the plain Paged allocator easily reaches </a:t>
            </a:r>
            <a:r>
              <a:rPr lang="en-US" sz="1800" b="1" dirty="0"/>
              <a:t>95%+ </a:t>
            </a:r>
            <a:r>
              <a:rPr lang="en-US" sz="1800" dirty="0"/>
              <a:t>row-hit rate</a:t>
            </a:r>
          </a:p>
          <a:p>
            <a:pPr>
              <a:buFont typeface="Arial" panose="020B0604020202020204" pitchFamily="34" charset="0"/>
              <a:buChar char="•"/>
            </a:pPr>
            <a:r>
              <a:rPr lang="en-US" sz="1800" b="1" dirty="0"/>
              <a:t>Too many heads:</a:t>
            </a:r>
            <a:r>
              <a:rPr lang="en-US" sz="1800" dirty="0"/>
              <a:t> #_heads is proportional to the token size -&gt; saturate the regions -&gt; row hit -&gt; our advantages shrink</a:t>
            </a:r>
          </a:p>
          <a:p>
            <a:pPr>
              <a:buFont typeface="Arial" panose="020B0604020202020204" pitchFamily="34" charset="0"/>
              <a:buChar char="•"/>
            </a:pPr>
            <a:r>
              <a:rPr lang="en-US" sz="1800" dirty="0"/>
              <a:t>Timing overstated compared to </a:t>
            </a:r>
            <a:r>
              <a:rPr lang="en-US" sz="1800" dirty="0" err="1"/>
              <a:t>AttAcc</a:t>
            </a:r>
            <a:endParaRPr lang="en-US" sz="1800" dirty="0"/>
          </a:p>
          <a:p>
            <a:pPr>
              <a:buFont typeface="Arial" panose="020B0604020202020204" pitchFamily="34" charset="0"/>
              <a:buChar char="•"/>
            </a:pPr>
            <a:r>
              <a:rPr lang="en-US" sz="1800" b="1" dirty="0" err="1"/>
              <a:t>vLLM</a:t>
            </a:r>
            <a:r>
              <a:rPr lang="en-US" sz="1800" b="1" dirty="0"/>
              <a:t>:</a:t>
            </a:r>
            <a:r>
              <a:rPr lang="en-US" sz="1800" dirty="0"/>
              <a:t> KV-</a:t>
            </a:r>
            <a:r>
              <a:rPr lang="en-US" sz="1800" dirty="0" err="1"/>
              <a:t>PIMple</a:t>
            </a:r>
            <a:r>
              <a:rPr lang="en-US" sz="1800" dirty="0"/>
              <a:t> DID NOT run </a:t>
            </a:r>
            <a:r>
              <a:rPr lang="en-US" sz="1800" dirty="0" err="1"/>
              <a:t>vLLM</a:t>
            </a:r>
            <a:r>
              <a:rPr lang="en-US" sz="1800" dirty="0"/>
              <a:t> directly since I can’t afford the time &amp; resources for that. KV-</a:t>
            </a:r>
            <a:r>
              <a:rPr lang="en-US" sz="1800" dirty="0" err="1"/>
              <a:t>PIMple</a:t>
            </a:r>
            <a:r>
              <a:rPr lang="en-US" sz="1800" dirty="0"/>
              <a:t> just modeled </a:t>
            </a:r>
            <a:r>
              <a:rPr lang="en-US" sz="1800" dirty="0" err="1"/>
              <a:t>vLLM’s</a:t>
            </a:r>
            <a:r>
              <a:rPr lang="en-US" sz="1800" dirty="0"/>
              <a:t> allocation policy and measure 1 representative layer</a:t>
            </a:r>
          </a:p>
          <a:p>
            <a:pPr>
              <a:buFont typeface="Arial" panose="020B0604020202020204" pitchFamily="34" charset="0"/>
              <a:buChar char="•"/>
            </a:pPr>
            <a:r>
              <a:rPr lang="en-US" sz="1800" dirty="0"/>
              <a:t>KV-</a:t>
            </a:r>
            <a:r>
              <a:rPr lang="en-US" sz="1800" dirty="0" err="1"/>
              <a:t>PIMple</a:t>
            </a:r>
            <a:r>
              <a:rPr lang="en-US" sz="1800" dirty="0"/>
              <a:t> only measured where the KV go, not the writes themselves</a:t>
            </a:r>
          </a:p>
          <a:p>
            <a:pPr>
              <a:buFont typeface="Arial" panose="020B0604020202020204" pitchFamily="34" charset="0"/>
              <a:buChar char="•"/>
            </a:pPr>
            <a:endParaRPr lang="en-US" sz="1800" dirty="0"/>
          </a:p>
          <a:p>
            <a:pPr>
              <a:buFont typeface="Arial" panose="020B0604020202020204" pitchFamily="34" charset="0"/>
              <a:buChar char="•"/>
            </a:pPr>
            <a:endParaRPr lang="en-US" sz="1800" dirty="0"/>
          </a:p>
          <a:p>
            <a:pPr>
              <a:buFont typeface="Arial" panose="020B0604020202020204" pitchFamily="34" charset="0"/>
              <a:buChar char="•"/>
            </a:pPr>
            <a:endParaRPr lang="en-US" sz="1800" dirty="0"/>
          </a:p>
          <a:p>
            <a:pPr>
              <a:buFont typeface="Arial" panose="020B0604020202020204" pitchFamily="34" charset="0"/>
              <a:buChar char="•"/>
            </a:pPr>
            <a:endParaRPr lang="en-US" sz="1800" dirty="0"/>
          </a:p>
        </p:txBody>
      </p:sp>
      <p:sp>
        <p:nvSpPr>
          <p:cNvPr id="13" name="Text Placeholder 5">
            <a:extLst>
              <a:ext uri="{FF2B5EF4-FFF2-40B4-BE49-F238E27FC236}">
                <a16:creationId xmlns:a16="http://schemas.microsoft.com/office/drawing/2014/main" id="{2359F69C-5F36-0971-D032-EA54A971CCA3}"/>
              </a:ext>
            </a:extLst>
          </p:cNvPr>
          <p:cNvSpPr txBox="1">
            <a:spLocks/>
          </p:cNvSpPr>
          <p:nvPr/>
        </p:nvSpPr>
        <p:spPr>
          <a:xfrm>
            <a:off x="5956300" y="5649585"/>
            <a:ext cx="6096000" cy="365760"/>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i="1" dirty="0">
                <a:solidFill>
                  <a:srgbClr val="FF0000"/>
                </a:solidFill>
              </a:rPr>
              <a:t>Speculative workload survives since the requests finish too fast to be evicted</a:t>
            </a:r>
          </a:p>
          <a:p>
            <a:pPr>
              <a:buFont typeface="Arial" panose="020B0604020202020204" pitchFamily="34" charset="0"/>
              <a:buChar char="•"/>
            </a:pPr>
            <a:endParaRPr lang="en-US" sz="1600" i="1" dirty="0"/>
          </a:p>
        </p:txBody>
      </p:sp>
      <p:pic>
        <p:nvPicPr>
          <p:cNvPr id="8" name="Content Placeholder 7">
            <a:extLst>
              <a:ext uri="{FF2B5EF4-FFF2-40B4-BE49-F238E27FC236}">
                <a16:creationId xmlns:a16="http://schemas.microsoft.com/office/drawing/2014/main" id="{EEB58DF0-89A6-CB46-C272-F7889A8A9614}"/>
              </a:ext>
            </a:extLst>
          </p:cNvPr>
          <p:cNvPicPr>
            <a:picLocks noGrp="1" noChangeAspect="1"/>
          </p:cNvPicPr>
          <p:nvPr>
            <p:ph idx="14"/>
          </p:nvPr>
        </p:nvPicPr>
        <p:blipFill>
          <a:blip r:embed="rId2"/>
          <a:stretch>
            <a:fillRect/>
          </a:stretch>
        </p:blipFill>
        <p:spPr>
          <a:xfrm>
            <a:off x="5210335" y="1336450"/>
            <a:ext cx="6981665" cy="4368182"/>
          </a:xfrm>
          <a:prstGeom prst="rect">
            <a:avLst/>
          </a:prstGeom>
        </p:spPr>
      </p:pic>
    </p:spTree>
    <p:extLst>
      <p:ext uri="{BB962C8B-B14F-4D97-AF65-F5344CB8AC3E}">
        <p14:creationId xmlns:p14="http://schemas.microsoft.com/office/powerpoint/2010/main" val="1349484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12E8F4C-F44C-E0A3-F893-11C6A8A6E54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C35416B-618A-640C-661F-A11847153D82}"/>
              </a:ext>
            </a:extLst>
          </p:cNvPr>
          <p:cNvSpPr>
            <a:spLocks noGrp="1"/>
          </p:cNvSpPr>
          <p:nvPr>
            <p:ph type="title"/>
          </p:nvPr>
        </p:nvSpPr>
        <p:spPr>
          <a:xfrm>
            <a:off x="229817" y="253623"/>
            <a:ext cx="11266714" cy="589032"/>
          </a:xfrm>
        </p:spPr>
        <p:txBody>
          <a:bodyPr>
            <a:normAutofit fontScale="90000"/>
          </a:bodyPr>
          <a:lstStyle/>
          <a:p>
            <a:r>
              <a:rPr lang="en-US" dirty="0"/>
              <a:t>KV-</a:t>
            </a:r>
            <a:r>
              <a:rPr lang="en-US" dirty="0" err="1"/>
              <a:t>PIMple</a:t>
            </a:r>
            <a:r>
              <a:rPr lang="en-US" dirty="0"/>
              <a:t>: PIM-aware KV-cache Allocation</a:t>
            </a:r>
          </a:p>
        </p:txBody>
      </p:sp>
      <p:sp>
        <p:nvSpPr>
          <p:cNvPr id="5" name="Text Placeholder 4">
            <a:extLst>
              <a:ext uri="{FF2B5EF4-FFF2-40B4-BE49-F238E27FC236}">
                <a16:creationId xmlns:a16="http://schemas.microsoft.com/office/drawing/2014/main" id="{D65DB26B-2A61-41C7-9B27-88FFF5C0FA2A}"/>
              </a:ext>
            </a:extLst>
          </p:cNvPr>
          <p:cNvSpPr>
            <a:spLocks noGrp="1"/>
          </p:cNvSpPr>
          <p:nvPr>
            <p:ph type="body" sz="quarter" idx="11"/>
          </p:nvPr>
        </p:nvSpPr>
        <p:spPr>
          <a:xfrm>
            <a:off x="229817" y="842655"/>
            <a:ext cx="11277600" cy="365760"/>
          </a:xfrm>
        </p:spPr>
        <p:txBody>
          <a:bodyPr/>
          <a:lstStyle/>
          <a:p>
            <a:r>
              <a:rPr lang="en-US" dirty="0"/>
              <a:t>Gaps &amp; Challenges</a:t>
            </a:r>
          </a:p>
        </p:txBody>
      </p:sp>
      <p:sp>
        <p:nvSpPr>
          <p:cNvPr id="12" name="Text Placeholder 2">
            <a:extLst>
              <a:ext uri="{FF2B5EF4-FFF2-40B4-BE49-F238E27FC236}">
                <a16:creationId xmlns:a16="http://schemas.microsoft.com/office/drawing/2014/main" id="{C0A58E47-D641-E21D-BF26-38E76AD4BE63}"/>
              </a:ext>
            </a:extLst>
          </p:cNvPr>
          <p:cNvSpPr txBox="1">
            <a:spLocks/>
          </p:cNvSpPr>
          <p:nvPr/>
        </p:nvSpPr>
        <p:spPr>
          <a:xfrm>
            <a:off x="6633468" y="4470480"/>
            <a:ext cx="5558532" cy="2387520"/>
          </a:xfrm>
          <a:prstGeom prst="rect">
            <a:avLst/>
          </a:prstGeom>
        </p:spPr>
        <p:txBody>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endParaRPr lang="en-US" dirty="0"/>
          </a:p>
        </p:txBody>
      </p:sp>
      <p:sp>
        <p:nvSpPr>
          <p:cNvPr id="7" name="Text Placeholder 5">
            <a:extLst>
              <a:ext uri="{FF2B5EF4-FFF2-40B4-BE49-F238E27FC236}">
                <a16:creationId xmlns:a16="http://schemas.microsoft.com/office/drawing/2014/main" id="{6C942A7E-8DB9-7CA3-0FC7-D20E9FD7486E}"/>
              </a:ext>
            </a:extLst>
          </p:cNvPr>
          <p:cNvSpPr txBox="1">
            <a:spLocks/>
          </p:cNvSpPr>
          <p:nvPr/>
        </p:nvSpPr>
        <p:spPr>
          <a:xfrm>
            <a:off x="596900" y="1333501"/>
            <a:ext cx="11074400" cy="4681844"/>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FF0000"/>
                </a:solidFill>
              </a:rPr>
              <a:t>It turns out that this idea is not new!</a:t>
            </a:r>
          </a:p>
          <a:p>
            <a:pPr marL="0" indent="0">
              <a:buNone/>
            </a:pPr>
            <a:r>
              <a:rPr lang="en-US" b="1" dirty="0"/>
              <a:t>1. Static PIM Layout </a:t>
            </a:r>
            <a:r>
              <a:rPr lang="en-US" dirty="0"/>
              <a:t>(</a:t>
            </a:r>
            <a:r>
              <a:rPr lang="en-US" dirty="0" err="1"/>
              <a:t>AttAcc</a:t>
            </a:r>
            <a:r>
              <a:rPr lang="en-US" dirty="0"/>
              <a:t>, </a:t>
            </a:r>
            <a:r>
              <a:rPr lang="en-US" dirty="0" err="1"/>
              <a:t>NeuPIMs</a:t>
            </a:r>
            <a:r>
              <a:rPr lang="en-US" dirty="0"/>
              <a:t>, </a:t>
            </a:r>
            <a:r>
              <a:rPr lang="en-US" dirty="0" err="1"/>
              <a:t>Pimba</a:t>
            </a:r>
            <a:r>
              <a:rPr lang="en-US" dirty="0"/>
              <a:t>, L3,...)</a:t>
            </a:r>
          </a:p>
          <a:p>
            <a:pPr marL="0" indent="0">
              <a:buNone/>
            </a:pPr>
            <a:r>
              <a:rPr lang="en-US" b="1" dirty="0"/>
              <a:t>2. Dynamic PIM layout:</a:t>
            </a:r>
          </a:p>
          <a:p>
            <a:pPr>
              <a:buFont typeface="Arial" panose="020B0604020202020204" pitchFamily="34" charset="0"/>
              <a:buChar char="•"/>
            </a:pPr>
            <a:r>
              <a:rPr lang="en-US" dirty="0" err="1"/>
              <a:t>LoL</a:t>
            </a:r>
            <a:r>
              <a:rPr lang="en-US" dirty="0"/>
              <a:t>-PIM/</a:t>
            </a:r>
            <a:r>
              <a:rPr lang="en-US" dirty="0" err="1"/>
              <a:t>PIMphony</a:t>
            </a:r>
            <a:r>
              <a:rPr lang="en-US" dirty="0"/>
              <a:t>: Their chunk is the same object as our region. The constant differs with geometry (1 MB here), and their chunk belongs to one request, with no mentioning of degrading in case of a busy server. Also, there is no mention of prefix-sharing support</a:t>
            </a:r>
          </a:p>
          <a:p>
            <a:pPr>
              <a:buFont typeface="Arial" panose="020B0604020202020204" pitchFamily="34" charset="0"/>
              <a:buChar char="•"/>
            </a:pPr>
            <a:r>
              <a:rPr lang="en-US" dirty="0" err="1"/>
              <a:t>BlockPIM</a:t>
            </a:r>
            <a:r>
              <a:rPr lang="en-US" dirty="0"/>
              <a:t>: per-block greedy placement across channels, so a request isn't pinned to one channel. Block size derived as banks × row / bytes-per-token (256 tokens in their HBM3 config) so one block = one all-bank op -&gt; same idea, at per-channel granularity. However, since </a:t>
            </a:r>
            <a:r>
              <a:rPr lang="en-US" dirty="0" err="1"/>
              <a:t>BlockPIM</a:t>
            </a:r>
            <a:r>
              <a:rPr lang="en-US" dirty="0"/>
              <a:t> grows the block to the hardware-natural size instead of using </a:t>
            </a:r>
            <a:r>
              <a:rPr lang="en-US" dirty="0" err="1"/>
              <a:t>vLLM</a:t>
            </a:r>
            <a:r>
              <a:rPr lang="en-US" dirty="0"/>
              <a:t> 16-token block, the granularity becomes coarser -&gt; internal fragmentation</a:t>
            </a:r>
          </a:p>
          <a:p>
            <a:pPr marL="0" indent="0">
              <a:buNone/>
            </a:pPr>
            <a:r>
              <a:rPr lang="en-US" b="1" dirty="0"/>
              <a:t>3. Sparsity:</a:t>
            </a:r>
          </a:p>
          <a:p>
            <a:pPr>
              <a:buFont typeface="Arial" panose="020B0604020202020204" pitchFamily="34" charset="0"/>
              <a:buChar char="•"/>
            </a:pPr>
            <a:r>
              <a:rPr lang="en-US" dirty="0"/>
              <a:t>STARC: Row ordering for sparsity (dropping calculations on KV pairs that contribute negligibly to the final distribution) </a:t>
            </a:r>
            <a:endParaRPr lang="en-US" sz="1800"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p:txBody>
      </p:sp>
    </p:spTree>
    <p:extLst>
      <p:ext uri="{BB962C8B-B14F-4D97-AF65-F5344CB8AC3E}">
        <p14:creationId xmlns:p14="http://schemas.microsoft.com/office/powerpoint/2010/main" val="3457306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5411DA2-FF71-4ED5-975E-226FB935E7D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C726B65-CD2A-3615-B6E4-C14D437F8F8B}"/>
              </a:ext>
            </a:extLst>
          </p:cNvPr>
          <p:cNvSpPr>
            <a:spLocks noGrp="1"/>
          </p:cNvSpPr>
          <p:nvPr>
            <p:ph type="title"/>
          </p:nvPr>
        </p:nvSpPr>
        <p:spPr>
          <a:xfrm>
            <a:off x="229817" y="253623"/>
            <a:ext cx="11266714" cy="589032"/>
          </a:xfrm>
        </p:spPr>
        <p:txBody>
          <a:bodyPr>
            <a:normAutofit fontScale="90000"/>
          </a:bodyPr>
          <a:lstStyle/>
          <a:p>
            <a:r>
              <a:rPr lang="en-US" dirty="0"/>
              <a:t>KV-</a:t>
            </a:r>
            <a:r>
              <a:rPr lang="en-US" dirty="0" err="1"/>
              <a:t>PIMple</a:t>
            </a:r>
            <a:r>
              <a:rPr lang="en-US" dirty="0"/>
              <a:t>: PIM-aware KV-cache Allocation</a:t>
            </a:r>
          </a:p>
        </p:txBody>
      </p:sp>
      <p:sp>
        <p:nvSpPr>
          <p:cNvPr id="5" name="Text Placeholder 4">
            <a:extLst>
              <a:ext uri="{FF2B5EF4-FFF2-40B4-BE49-F238E27FC236}">
                <a16:creationId xmlns:a16="http://schemas.microsoft.com/office/drawing/2014/main" id="{BB327C7E-42F1-CCFC-FEA0-ACEACACBD3D0}"/>
              </a:ext>
            </a:extLst>
          </p:cNvPr>
          <p:cNvSpPr>
            <a:spLocks noGrp="1"/>
          </p:cNvSpPr>
          <p:nvPr>
            <p:ph type="body" sz="quarter" idx="11"/>
          </p:nvPr>
        </p:nvSpPr>
        <p:spPr>
          <a:xfrm>
            <a:off x="229817" y="842655"/>
            <a:ext cx="11277600" cy="365760"/>
          </a:xfrm>
        </p:spPr>
        <p:txBody>
          <a:bodyPr/>
          <a:lstStyle/>
          <a:p>
            <a:r>
              <a:rPr lang="en-US" dirty="0"/>
              <a:t>Gaps &amp; Challenges</a:t>
            </a:r>
          </a:p>
        </p:txBody>
      </p:sp>
      <p:sp>
        <p:nvSpPr>
          <p:cNvPr id="12" name="Text Placeholder 2">
            <a:extLst>
              <a:ext uri="{FF2B5EF4-FFF2-40B4-BE49-F238E27FC236}">
                <a16:creationId xmlns:a16="http://schemas.microsoft.com/office/drawing/2014/main" id="{E8FCF1D4-C2A6-0A1C-BB42-A4F8CD825FB3}"/>
              </a:ext>
            </a:extLst>
          </p:cNvPr>
          <p:cNvSpPr txBox="1">
            <a:spLocks/>
          </p:cNvSpPr>
          <p:nvPr/>
        </p:nvSpPr>
        <p:spPr>
          <a:xfrm>
            <a:off x="6633468" y="4470480"/>
            <a:ext cx="5558532" cy="2387520"/>
          </a:xfrm>
          <a:prstGeom prst="rect">
            <a:avLst/>
          </a:prstGeom>
        </p:spPr>
        <p:txBody>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endParaRPr lang="en-US" dirty="0"/>
          </a:p>
        </p:txBody>
      </p:sp>
      <p:sp>
        <p:nvSpPr>
          <p:cNvPr id="7" name="Text Placeholder 5">
            <a:extLst>
              <a:ext uri="{FF2B5EF4-FFF2-40B4-BE49-F238E27FC236}">
                <a16:creationId xmlns:a16="http://schemas.microsoft.com/office/drawing/2014/main" id="{527174A9-FD1C-4DB8-FA24-7C7F5E539DC6}"/>
              </a:ext>
            </a:extLst>
          </p:cNvPr>
          <p:cNvSpPr txBox="1">
            <a:spLocks/>
          </p:cNvSpPr>
          <p:nvPr/>
        </p:nvSpPr>
        <p:spPr>
          <a:xfrm>
            <a:off x="584200" y="1431688"/>
            <a:ext cx="10923217" cy="4702412"/>
          </a:xfrm>
          <a:prstGeom prst="rect">
            <a:avLst/>
          </a:prstGeom>
        </p:spPr>
        <p:txBody>
          <a:bodyPr>
            <a:normAutofit/>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4. Concurrent:</a:t>
            </a:r>
          </a:p>
          <a:p>
            <a:pPr>
              <a:buFont typeface="Arial" panose="020B0604020202020204" pitchFamily="34" charset="0"/>
              <a:buChar char="•"/>
            </a:pPr>
            <a:r>
              <a:rPr lang="en-US" dirty="0"/>
              <a:t>PATTON (Sep 10</a:t>
            </a:r>
            <a:r>
              <a:rPr lang="en-US" baseline="30000" dirty="0"/>
              <a:t>th</a:t>
            </a:r>
            <a:r>
              <a:rPr lang="en-US" dirty="0"/>
              <a:t>, 2026): The work closest to mine. Their hierarchy is: </a:t>
            </a:r>
          </a:p>
          <a:p>
            <a:pPr lvl="1">
              <a:buFont typeface="Arial" panose="020B0604020202020204" pitchFamily="34" charset="0"/>
              <a:buChar char="•"/>
            </a:pPr>
            <a:r>
              <a:rPr lang="en-US" sz="2000" dirty="0"/>
              <a:t>Order-0: one 32 B burst in every bank of a channel -&gt; same as my all-bank burst (S = 32 B × 16 banks)</a:t>
            </a:r>
          </a:p>
          <a:p>
            <a:pPr lvl="1">
              <a:buFont typeface="Arial" panose="020B0604020202020204" pitchFamily="34" charset="0"/>
              <a:buChar char="•"/>
            </a:pPr>
            <a:r>
              <a:rPr lang="en-US" sz="2000" dirty="0"/>
              <a:t>Order-1: one </a:t>
            </a:r>
            <a:r>
              <a:rPr lang="en-US" sz="2000" dirty="0" err="1"/>
              <a:t>vLLM</a:t>
            </a:r>
            <a:r>
              <a:rPr lang="en-US" sz="2000" dirty="0"/>
              <a:t> 16-token block, bound to an exact channel-bank-row-column address</a:t>
            </a:r>
          </a:p>
          <a:p>
            <a:pPr lvl="1">
              <a:buFont typeface="Arial" panose="020B0604020202020204" pitchFamily="34" charset="0"/>
              <a:buChar char="•"/>
            </a:pPr>
            <a:r>
              <a:rPr lang="en-US" sz="2000" dirty="0"/>
              <a:t>Order-2: a request-owned group of 16 blocks inside a key or value row set -&gt; same as my region. But theirs is a fixed 16 blocks per group (N_O1p2 = 16) while mine is derived from geometry</a:t>
            </a:r>
          </a:p>
          <a:p>
            <a:pPr lvl="1">
              <a:buFont typeface="Arial" panose="020B0604020202020204" pitchFamily="34" charset="0"/>
              <a:buChar char="•"/>
            </a:pPr>
            <a:r>
              <a:rPr lang="en-US" sz="2000" dirty="0"/>
              <a:t>Placement order: same spread across channels first, then pack row</a:t>
            </a:r>
          </a:p>
          <a:p>
            <a:pPr lvl="1">
              <a:buFont typeface="Arial" panose="020B0604020202020204" pitchFamily="34" charset="0"/>
              <a:buChar char="•"/>
            </a:pPr>
            <a:r>
              <a:rPr lang="en-US" sz="2000" dirty="0"/>
              <a:t>Granularity: same finding, where without bounded O-2 group, Under capacity pressure (&gt;250K live tokens), KV cache hit rate collapses from 82.09% to 30.30% -&gt; coarse aligned reservations cost memory </a:t>
            </a:r>
          </a:p>
          <a:p>
            <a:pPr lvl="1">
              <a:buFont typeface="Arial" panose="020B0604020202020204" pitchFamily="34" charset="0"/>
              <a:buChar char="•"/>
            </a:pPr>
            <a:r>
              <a:rPr lang="en-US" sz="2000" dirty="0"/>
              <a:t>Same staging trick: write unfinished data somewhere temporarily, then copy them into a row-aligned space later. They use this for half-filled blocks, while KV-</a:t>
            </a:r>
            <a:r>
              <a:rPr lang="en-US" sz="2000" dirty="0" err="1"/>
              <a:t>PIMple</a:t>
            </a:r>
            <a:r>
              <a:rPr lang="en-US" sz="2000" dirty="0"/>
              <a:t> uses it for speculative decoding</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Tree>
    <p:extLst>
      <p:ext uri="{BB962C8B-B14F-4D97-AF65-F5344CB8AC3E}">
        <p14:creationId xmlns:p14="http://schemas.microsoft.com/office/powerpoint/2010/main" val="3288986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F32720D-CC03-76FA-FC2A-7E5173B7E19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FEE61DB-058F-2ADC-CC82-E9D8B466A6DB}"/>
              </a:ext>
            </a:extLst>
          </p:cNvPr>
          <p:cNvSpPr>
            <a:spLocks noGrp="1"/>
          </p:cNvSpPr>
          <p:nvPr>
            <p:ph type="title"/>
          </p:nvPr>
        </p:nvSpPr>
        <p:spPr>
          <a:xfrm>
            <a:off x="229817" y="253623"/>
            <a:ext cx="11266714" cy="589032"/>
          </a:xfrm>
        </p:spPr>
        <p:txBody>
          <a:bodyPr>
            <a:normAutofit fontScale="90000"/>
          </a:bodyPr>
          <a:lstStyle/>
          <a:p>
            <a:r>
              <a:rPr lang="en-US" dirty="0"/>
              <a:t>KV-</a:t>
            </a:r>
            <a:r>
              <a:rPr lang="en-US" dirty="0" err="1"/>
              <a:t>PIMple</a:t>
            </a:r>
            <a:r>
              <a:rPr lang="en-US" dirty="0"/>
              <a:t>: PIM-aware KV-cache Allocation</a:t>
            </a:r>
          </a:p>
        </p:txBody>
      </p:sp>
      <p:sp>
        <p:nvSpPr>
          <p:cNvPr id="5" name="Text Placeholder 4">
            <a:extLst>
              <a:ext uri="{FF2B5EF4-FFF2-40B4-BE49-F238E27FC236}">
                <a16:creationId xmlns:a16="http://schemas.microsoft.com/office/drawing/2014/main" id="{02D8852A-BA19-3AE5-B7E9-6F9D40105204}"/>
              </a:ext>
            </a:extLst>
          </p:cNvPr>
          <p:cNvSpPr>
            <a:spLocks noGrp="1"/>
          </p:cNvSpPr>
          <p:nvPr>
            <p:ph type="body" sz="quarter" idx="11"/>
          </p:nvPr>
        </p:nvSpPr>
        <p:spPr>
          <a:xfrm>
            <a:off x="229817" y="842655"/>
            <a:ext cx="11277600" cy="365760"/>
          </a:xfrm>
        </p:spPr>
        <p:txBody>
          <a:bodyPr/>
          <a:lstStyle/>
          <a:p>
            <a:r>
              <a:rPr lang="en-US" dirty="0"/>
              <a:t>What Stands</a:t>
            </a:r>
          </a:p>
        </p:txBody>
      </p:sp>
      <p:sp>
        <p:nvSpPr>
          <p:cNvPr id="12" name="Text Placeholder 2">
            <a:extLst>
              <a:ext uri="{FF2B5EF4-FFF2-40B4-BE49-F238E27FC236}">
                <a16:creationId xmlns:a16="http://schemas.microsoft.com/office/drawing/2014/main" id="{F7902882-8F12-D230-45C9-E772D94F82E4}"/>
              </a:ext>
            </a:extLst>
          </p:cNvPr>
          <p:cNvSpPr txBox="1">
            <a:spLocks/>
          </p:cNvSpPr>
          <p:nvPr/>
        </p:nvSpPr>
        <p:spPr>
          <a:xfrm>
            <a:off x="6633468" y="4470480"/>
            <a:ext cx="5558532" cy="2387520"/>
          </a:xfrm>
          <a:prstGeom prst="rect">
            <a:avLst/>
          </a:prstGeom>
        </p:spPr>
        <p:txBody>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endParaRPr lang="en-US" dirty="0"/>
          </a:p>
        </p:txBody>
      </p:sp>
      <p:sp>
        <p:nvSpPr>
          <p:cNvPr id="7" name="Text Placeholder 5">
            <a:extLst>
              <a:ext uri="{FF2B5EF4-FFF2-40B4-BE49-F238E27FC236}">
                <a16:creationId xmlns:a16="http://schemas.microsoft.com/office/drawing/2014/main" id="{5A852493-7C35-183E-B33A-E3EAF3DB5ED8}"/>
              </a:ext>
            </a:extLst>
          </p:cNvPr>
          <p:cNvSpPr txBox="1">
            <a:spLocks/>
          </p:cNvSpPr>
          <p:nvPr/>
        </p:nvSpPr>
        <p:spPr>
          <a:xfrm>
            <a:off x="584200" y="1431688"/>
            <a:ext cx="10923217" cy="4702412"/>
          </a:xfrm>
          <a:prstGeom prst="rect">
            <a:avLst/>
          </a:prstGeom>
        </p:spPr>
        <p:txBody>
          <a:bodyPr>
            <a:normAutofit/>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Still, KV-</a:t>
            </a:r>
            <a:r>
              <a:rPr lang="en-US" b="1" dirty="0" err="1"/>
              <a:t>PIMple</a:t>
            </a:r>
            <a:r>
              <a:rPr lang="en-US" b="1" dirty="0"/>
              <a:t>:</a:t>
            </a:r>
          </a:p>
          <a:p>
            <a:pPr>
              <a:buFont typeface="Arial" panose="020B0604020202020204" pitchFamily="34" charset="0"/>
              <a:buChar char="•"/>
            </a:pPr>
            <a:r>
              <a:rPr lang="en-US" dirty="0"/>
              <a:t>Measured the baseline (plain </a:t>
            </a:r>
            <a:r>
              <a:rPr lang="en-US" dirty="0" err="1"/>
              <a:t>vLLM</a:t>
            </a:r>
            <a:r>
              <a:rPr lang="en-US" dirty="0"/>
              <a:t> on PIM), while PATTON only measured 4 allocators they mentioned (</a:t>
            </a:r>
            <a:r>
              <a:rPr lang="en-US" dirty="0" err="1"/>
              <a:t>NeuPIMs</a:t>
            </a:r>
            <a:r>
              <a:rPr lang="en-US" dirty="0"/>
              <a:t>, </a:t>
            </a:r>
            <a:r>
              <a:rPr lang="en-US" dirty="0" err="1"/>
              <a:t>AttAcc</a:t>
            </a:r>
            <a:r>
              <a:rPr lang="en-US" dirty="0"/>
              <a:t>, </a:t>
            </a:r>
            <a:r>
              <a:rPr lang="en-US" dirty="0" err="1"/>
              <a:t>BlockPIM</a:t>
            </a:r>
            <a:r>
              <a:rPr lang="en-US" dirty="0"/>
              <a:t>, </a:t>
            </a:r>
            <a:r>
              <a:rPr lang="en-US" dirty="0" err="1"/>
              <a:t>PIMphony</a:t>
            </a:r>
            <a:r>
              <a:rPr lang="en-US" dirty="0"/>
              <a:t>)</a:t>
            </a:r>
          </a:p>
          <a:p>
            <a:pPr>
              <a:buFont typeface="Arial" panose="020B0604020202020204" pitchFamily="34" charset="0"/>
              <a:buChar char="•"/>
            </a:pPr>
            <a:r>
              <a:rPr lang="en-US" dirty="0"/>
              <a:t>Explained the reason why the units have the size they do, while PATTON used a fixed constant, stating that the performance is best at that config</a:t>
            </a:r>
          </a:p>
          <a:p>
            <a:pPr>
              <a:buFont typeface="Arial" panose="020B0604020202020204" pitchFamily="34" charset="0"/>
              <a:buChar char="•"/>
            </a:pPr>
            <a:r>
              <a:rPr lang="en-US" dirty="0"/>
              <a:t>Measured </a:t>
            </a:r>
            <a:r>
              <a:rPr lang="en-US" dirty="0" err="1"/>
              <a:t>vLLM</a:t>
            </a:r>
            <a:r>
              <a:rPr lang="en-US" dirty="0"/>
              <a:t> preemption-by-recompute (2.13× -&gt; 1.38×), reorder window, batch size, spec decoding with copy-on-write,...</a:t>
            </a:r>
          </a:p>
          <a:p>
            <a:pPr marL="0" indent="0">
              <a:buNone/>
            </a:pPr>
            <a:r>
              <a:rPr lang="en-US" b="1" dirty="0"/>
              <a:t>While they:</a:t>
            </a:r>
          </a:p>
          <a:p>
            <a:pPr>
              <a:buFont typeface="Arial" panose="020B0604020202020204" pitchFamily="34" charset="0"/>
              <a:buChar char="•"/>
            </a:pPr>
            <a:r>
              <a:rPr lang="en-US" dirty="0"/>
              <a:t>Cover gaps I have, like the write path and KV asymmetry, prefix caching, and real engine integration</a:t>
            </a:r>
          </a:p>
          <a:p>
            <a:pPr>
              <a:buFont typeface="Arial" panose="020B0604020202020204" pitchFamily="34" charset="0"/>
              <a:buChar char="•"/>
            </a:pPr>
            <a:r>
              <a:rPr lang="en-US" dirty="0"/>
              <a:t>Have different hardware</a:t>
            </a:r>
          </a:p>
          <a:p>
            <a:pPr>
              <a:buFont typeface="Arial" panose="020B0604020202020204" pitchFamily="34" charset="0"/>
              <a:buChar char="•"/>
            </a:pPr>
            <a:r>
              <a:rPr lang="en-US" dirty="0"/>
              <a:t>Have probably more thorough testing than I did</a:t>
            </a:r>
          </a:p>
        </p:txBody>
      </p:sp>
    </p:spTree>
    <p:extLst>
      <p:ext uri="{BB962C8B-B14F-4D97-AF65-F5344CB8AC3E}">
        <p14:creationId xmlns:p14="http://schemas.microsoft.com/office/powerpoint/2010/main" val="2727917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7ABBC-EA8E-93B2-5004-52B41E548B8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DE3AF0B-FAD1-65FC-4080-3C0F7CECE96A}"/>
              </a:ext>
            </a:extLst>
          </p:cNvPr>
          <p:cNvSpPr>
            <a:spLocks noGrp="1"/>
          </p:cNvSpPr>
          <p:nvPr>
            <p:ph type="title"/>
          </p:nvPr>
        </p:nvSpPr>
        <p:spPr>
          <a:xfrm>
            <a:off x="229817" y="253623"/>
            <a:ext cx="11266714" cy="589032"/>
          </a:xfrm>
        </p:spPr>
        <p:txBody>
          <a:bodyPr>
            <a:normAutofit fontScale="90000"/>
          </a:bodyPr>
          <a:lstStyle/>
          <a:p>
            <a:r>
              <a:rPr lang="en-US" dirty="0"/>
              <a:t>KV-</a:t>
            </a:r>
            <a:r>
              <a:rPr lang="en-US" dirty="0" err="1"/>
              <a:t>PIMple</a:t>
            </a:r>
            <a:r>
              <a:rPr lang="en-US" dirty="0"/>
              <a:t>: PIM-aware KV-cache Allocation</a:t>
            </a:r>
          </a:p>
        </p:txBody>
      </p:sp>
      <p:sp>
        <p:nvSpPr>
          <p:cNvPr id="5" name="Text Placeholder 4">
            <a:extLst>
              <a:ext uri="{FF2B5EF4-FFF2-40B4-BE49-F238E27FC236}">
                <a16:creationId xmlns:a16="http://schemas.microsoft.com/office/drawing/2014/main" id="{368E4A05-1693-1DFE-D22E-D3EB292FB21A}"/>
              </a:ext>
            </a:extLst>
          </p:cNvPr>
          <p:cNvSpPr>
            <a:spLocks noGrp="1"/>
          </p:cNvSpPr>
          <p:nvPr>
            <p:ph type="body" sz="quarter" idx="11"/>
          </p:nvPr>
        </p:nvSpPr>
        <p:spPr>
          <a:xfrm>
            <a:off x="229817" y="842655"/>
            <a:ext cx="11277600" cy="365760"/>
          </a:xfrm>
        </p:spPr>
        <p:txBody>
          <a:bodyPr/>
          <a:lstStyle/>
          <a:p>
            <a:r>
              <a:rPr lang="en-US" dirty="0"/>
              <a:t>Fun Fact</a:t>
            </a:r>
          </a:p>
        </p:txBody>
      </p:sp>
      <p:sp>
        <p:nvSpPr>
          <p:cNvPr id="12" name="Text Placeholder 2">
            <a:extLst>
              <a:ext uri="{FF2B5EF4-FFF2-40B4-BE49-F238E27FC236}">
                <a16:creationId xmlns:a16="http://schemas.microsoft.com/office/drawing/2014/main" id="{1610867F-7222-087F-80A8-89EB59CCB642}"/>
              </a:ext>
            </a:extLst>
          </p:cNvPr>
          <p:cNvSpPr txBox="1">
            <a:spLocks/>
          </p:cNvSpPr>
          <p:nvPr/>
        </p:nvSpPr>
        <p:spPr>
          <a:xfrm>
            <a:off x="6633468" y="4470480"/>
            <a:ext cx="5558532" cy="2387520"/>
          </a:xfrm>
          <a:prstGeom prst="rect">
            <a:avLst/>
          </a:prstGeom>
        </p:spPr>
        <p:txBody>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endParaRPr lang="en-US" dirty="0"/>
          </a:p>
        </p:txBody>
      </p:sp>
      <p:sp>
        <p:nvSpPr>
          <p:cNvPr id="7" name="Text Placeholder 5">
            <a:extLst>
              <a:ext uri="{FF2B5EF4-FFF2-40B4-BE49-F238E27FC236}">
                <a16:creationId xmlns:a16="http://schemas.microsoft.com/office/drawing/2014/main" id="{EEB9D151-D941-7A89-9D69-0BA28444366B}"/>
              </a:ext>
            </a:extLst>
          </p:cNvPr>
          <p:cNvSpPr txBox="1">
            <a:spLocks/>
          </p:cNvSpPr>
          <p:nvPr/>
        </p:nvSpPr>
        <p:spPr>
          <a:xfrm>
            <a:off x="508001" y="1797447"/>
            <a:ext cx="4432299" cy="3343512"/>
          </a:xfrm>
          <a:prstGeom prst="rect">
            <a:avLst/>
          </a:prstGeom>
        </p:spPr>
        <p:txBody>
          <a:bodyPr>
            <a:normAutofit/>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en-US" dirty="0"/>
              <a:t>KV is my initial. KV also means Key/Value</a:t>
            </a:r>
          </a:p>
          <a:p>
            <a:pPr>
              <a:buFont typeface="Arial" panose="020B0604020202020204" pitchFamily="34" charset="0"/>
              <a:buChar char="•"/>
            </a:pPr>
            <a:r>
              <a:rPr lang="en-US" dirty="0" err="1"/>
              <a:t>PIMple</a:t>
            </a:r>
            <a:r>
              <a:rPr lang="en-US" dirty="0"/>
              <a:t> rhymes with simple, which is the point. All I did was changing the policy on top of an already-existed allocator</a:t>
            </a:r>
          </a:p>
          <a:p>
            <a:pPr>
              <a:buFont typeface="Arial" panose="020B0604020202020204" pitchFamily="34" charset="0"/>
              <a:buChar char="•"/>
            </a:pPr>
            <a:r>
              <a:rPr lang="en-US" dirty="0" err="1"/>
              <a:t>PIMple</a:t>
            </a:r>
            <a:r>
              <a:rPr lang="en-US" dirty="0"/>
              <a:t> also literally means pimple, since I’m an adolescence and still have many pimples</a:t>
            </a:r>
          </a:p>
          <a:p>
            <a:pPr marL="0" indent="0">
              <a:buNone/>
            </a:pPr>
            <a:endParaRPr lang="en-US" dirty="0"/>
          </a:p>
        </p:txBody>
      </p:sp>
    </p:spTree>
    <p:extLst>
      <p:ext uri="{BB962C8B-B14F-4D97-AF65-F5344CB8AC3E}">
        <p14:creationId xmlns:p14="http://schemas.microsoft.com/office/powerpoint/2010/main" val="2608653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A38C85-A6E3-7A1B-7BEC-F7B27761D620}"/>
              </a:ext>
            </a:extLst>
          </p:cNvPr>
          <p:cNvSpPr>
            <a:spLocks noGrp="1"/>
          </p:cNvSpPr>
          <p:nvPr>
            <p:ph type="title"/>
          </p:nvPr>
        </p:nvSpPr>
        <p:spPr/>
        <p:txBody>
          <a:bodyPr>
            <a:normAutofit fontScale="90000"/>
          </a:bodyPr>
          <a:lstStyle/>
          <a:p>
            <a:r>
              <a:rPr lang="en-US" dirty="0"/>
              <a:t>References</a:t>
            </a:r>
          </a:p>
        </p:txBody>
      </p:sp>
      <p:sp>
        <p:nvSpPr>
          <p:cNvPr id="6" name="TextBox 5">
            <a:extLst>
              <a:ext uri="{FF2B5EF4-FFF2-40B4-BE49-F238E27FC236}">
                <a16:creationId xmlns:a16="http://schemas.microsoft.com/office/drawing/2014/main" id="{736C9D3E-A633-46BA-9319-A8C84CFEB602}"/>
              </a:ext>
            </a:extLst>
          </p:cNvPr>
          <p:cNvSpPr txBox="1"/>
          <p:nvPr/>
        </p:nvSpPr>
        <p:spPr>
          <a:xfrm>
            <a:off x="609600" y="1289953"/>
            <a:ext cx="10972800" cy="4278094"/>
          </a:xfrm>
          <a:prstGeom prst="rect">
            <a:avLst/>
          </a:prstGeom>
          <a:noFill/>
        </p:spPr>
        <p:txBody>
          <a:bodyPr wrap="square" rtlCol="0">
            <a:spAutoFit/>
          </a:bodyPr>
          <a:lstStyle/>
          <a:p>
            <a:r>
              <a:rPr lang="en-US" sz="1600" dirty="0"/>
              <a:t>[1] </a:t>
            </a:r>
            <a:r>
              <a:rPr lang="en-US" sz="1600" dirty="0" err="1"/>
              <a:t>Yongchan</a:t>
            </a:r>
            <a:r>
              <a:rPr lang="en-US" sz="1600" dirty="0"/>
              <a:t> Jung, Shafayat Mowla Anik, Byeong Kil Lee, and </a:t>
            </a:r>
            <a:r>
              <a:rPr lang="en-US" sz="1600" dirty="0" err="1"/>
              <a:t>Jeeho</a:t>
            </a:r>
            <a:r>
              <a:rPr lang="en-US" sz="1600" dirty="0"/>
              <a:t> Ryoo. 2026. RH+: Row-Hit-Optimized Scheduling for PIM-based LLM Inference. arXiv:2606.05511 [</a:t>
            </a:r>
            <a:r>
              <a:rPr lang="en-US" sz="1600" dirty="0" err="1"/>
              <a:t>cs.ET</a:t>
            </a:r>
            <a:r>
              <a:rPr lang="en-US" sz="1600" dirty="0"/>
              <a:t>]. </a:t>
            </a:r>
            <a:r>
              <a:rPr lang="en-US" sz="1600" dirty="0">
                <a:hlinkClick r:id="rId2"/>
              </a:rPr>
              <a:t>https://arxiv.org/abs/2606.05511</a:t>
            </a:r>
            <a:endParaRPr lang="en-US" sz="1600" dirty="0"/>
          </a:p>
          <a:p>
            <a:endParaRPr lang="en-US" sz="1600" dirty="0"/>
          </a:p>
          <a:p>
            <a:r>
              <a:rPr lang="en-US" sz="1600" dirty="0"/>
              <a:t>[2] </a:t>
            </a:r>
            <a:r>
              <a:rPr lang="en-US" sz="1600" dirty="0" err="1"/>
              <a:t>Haocong</a:t>
            </a:r>
            <a:r>
              <a:rPr lang="en-US" sz="1600" dirty="0"/>
              <a:t> Luo, Yahya Can Tuğrul, F. Nisa </a:t>
            </a:r>
            <a:r>
              <a:rPr lang="en-US" sz="1600" dirty="0" err="1"/>
              <a:t>Bostancı</a:t>
            </a:r>
            <a:r>
              <a:rPr lang="en-US" sz="1600" dirty="0"/>
              <a:t>, </a:t>
            </a:r>
            <a:r>
              <a:rPr lang="en-US" sz="1600" dirty="0" err="1"/>
              <a:t>Ataberk</a:t>
            </a:r>
            <a:r>
              <a:rPr lang="en-US" sz="1600" dirty="0"/>
              <a:t> Olgun, A. Giray </a:t>
            </a:r>
            <a:r>
              <a:rPr lang="en-US" sz="1600" dirty="0" err="1"/>
              <a:t>Yağlıkçı</a:t>
            </a:r>
            <a:r>
              <a:rPr lang="en-US" sz="1600" dirty="0"/>
              <a:t>, and Onur Mutlu. 2023. </a:t>
            </a:r>
            <a:r>
              <a:rPr lang="en-US" sz="1600" dirty="0" err="1"/>
              <a:t>Ramulator</a:t>
            </a:r>
            <a:r>
              <a:rPr lang="en-US" sz="1600" dirty="0"/>
              <a:t> 2.0: A Modern, Modular, and Extensible DRAM Simulator. arXiv:2308.11030 [</a:t>
            </a:r>
            <a:r>
              <a:rPr lang="en-US" sz="1600" dirty="0" err="1"/>
              <a:t>cs.AR</a:t>
            </a:r>
            <a:r>
              <a:rPr lang="en-US" sz="1600" dirty="0"/>
              <a:t>]. </a:t>
            </a:r>
            <a:r>
              <a:rPr lang="en-US" sz="1600" dirty="0">
                <a:hlinkClick r:id="rId3"/>
              </a:rPr>
              <a:t>https://arxiv.org/abs/2308.11030</a:t>
            </a:r>
            <a:endParaRPr lang="en-US" sz="1600" dirty="0"/>
          </a:p>
          <a:p>
            <a:endParaRPr lang="en-US" sz="1600" dirty="0"/>
          </a:p>
          <a:p>
            <a:r>
              <a:rPr lang="en-US" sz="1600" dirty="0"/>
              <a:t>[3] SAFARI Research Group. 2023. </a:t>
            </a:r>
            <a:r>
              <a:rPr lang="en-US" sz="1600" dirty="0" err="1"/>
              <a:t>Ramulator</a:t>
            </a:r>
            <a:r>
              <a:rPr lang="en-US" sz="1600" dirty="0"/>
              <a:t> 2.0 (source code). </a:t>
            </a:r>
            <a:r>
              <a:rPr lang="en-US" sz="1600" dirty="0">
                <a:hlinkClick r:id="rId4"/>
              </a:rPr>
              <a:t>https://github.com/CMU-SAFARI/ramulator2</a:t>
            </a:r>
            <a:endParaRPr lang="en-US" sz="1600" dirty="0"/>
          </a:p>
          <a:p>
            <a:endParaRPr lang="en-US" sz="1600" dirty="0"/>
          </a:p>
          <a:p>
            <a:r>
              <a:rPr lang="en-US" sz="1600" dirty="0"/>
              <a:t>[4] </a:t>
            </a:r>
            <a:r>
              <a:rPr lang="en-US" sz="1600" dirty="0" err="1"/>
              <a:t>Jaehyun</a:t>
            </a:r>
            <a:r>
              <a:rPr lang="en-US" sz="1600" dirty="0"/>
              <a:t> Park, Jaewan Choi, </a:t>
            </a:r>
            <a:r>
              <a:rPr lang="en-US" sz="1600" dirty="0" err="1"/>
              <a:t>Kwanhee</a:t>
            </a:r>
            <a:r>
              <a:rPr lang="en-US" sz="1600" dirty="0"/>
              <a:t> Kyung, Michael Jaemin Kim, </a:t>
            </a:r>
            <a:r>
              <a:rPr lang="en-US" sz="1600" dirty="0" err="1"/>
              <a:t>Yongsuk</a:t>
            </a:r>
            <a:r>
              <a:rPr lang="en-US" sz="1600" dirty="0"/>
              <a:t> Kwon, Nam Sung Kim, and Jung Ho Ahn. 2024. </a:t>
            </a:r>
            <a:r>
              <a:rPr lang="en-US" sz="1600" dirty="0" err="1"/>
              <a:t>AttAcc</a:t>
            </a:r>
            <a:r>
              <a:rPr lang="en-US" sz="1600" dirty="0"/>
              <a:t>! Unleashing the Power of PIM for Batched Transformer-based Generative Model Inference. In </a:t>
            </a:r>
            <a:r>
              <a:rPr lang="en-US" sz="1600" i="1" dirty="0"/>
              <a:t>ASPLOS '24</a:t>
            </a:r>
            <a:r>
              <a:rPr lang="en-US" sz="1600" dirty="0"/>
              <a:t>, Vol. 2. ACM, 103–119. </a:t>
            </a:r>
            <a:r>
              <a:rPr lang="en-US" sz="1600" dirty="0">
                <a:hlinkClick r:id="rId5"/>
              </a:rPr>
              <a:t>https://doi.org/10.1145/3620665.3640422</a:t>
            </a:r>
            <a:endParaRPr lang="en-US" sz="1600" dirty="0"/>
          </a:p>
          <a:p>
            <a:endParaRPr lang="en-US" sz="1600" dirty="0"/>
          </a:p>
          <a:p>
            <a:r>
              <a:rPr lang="en-US" sz="1600" dirty="0"/>
              <a:t>[5] SCALE Lab, Seoul National University. 2024. </a:t>
            </a:r>
            <a:r>
              <a:rPr lang="en-US" sz="1600" dirty="0" err="1"/>
              <a:t>AttAcc</a:t>
            </a:r>
            <a:r>
              <a:rPr lang="en-US" sz="1600" dirty="0"/>
              <a:t> Simulator (source code). </a:t>
            </a:r>
            <a:r>
              <a:rPr lang="en-US" sz="1600" dirty="0">
                <a:hlinkClick r:id="rId6"/>
              </a:rPr>
              <a:t>https://github.com/scale-snu/attacc_simulator</a:t>
            </a:r>
            <a:endParaRPr lang="en-US" sz="1600" dirty="0"/>
          </a:p>
          <a:p>
            <a:endParaRPr lang="en-US" sz="1600" dirty="0"/>
          </a:p>
          <a:p>
            <a:r>
              <a:rPr lang="en-US" sz="1600" dirty="0"/>
              <a:t>[6] </a:t>
            </a:r>
            <a:r>
              <a:rPr lang="en-US" sz="1600" dirty="0" err="1"/>
              <a:t>Sukhan</a:t>
            </a:r>
            <a:r>
              <a:rPr lang="en-US" sz="1600" dirty="0"/>
              <a:t> Lee, Shin-</a:t>
            </a:r>
            <a:r>
              <a:rPr lang="en-US" sz="1600" dirty="0" err="1"/>
              <a:t>haeng</a:t>
            </a:r>
            <a:r>
              <a:rPr lang="en-US" sz="1600" dirty="0"/>
              <a:t> Kang, </a:t>
            </a:r>
            <a:r>
              <a:rPr lang="en-US" sz="1600" dirty="0" err="1"/>
              <a:t>Jaehoon</a:t>
            </a:r>
            <a:r>
              <a:rPr lang="en-US" sz="1600" dirty="0"/>
              <a:t> Lee, et al. 2021. Hardware Architecture and Software Stack for PIM Based on Commercial DRAM Technology. In </a:t>
            </a:r>
            <a:r>
              <a:rPr lang="en-US" sz="1600" i="1" dirty="0"/>
              <a:t>ISCA '21</a:t>
            </a:r>
            <a:r>
              <a:rPr lang="en-US" sz="1600" dirty="0"/>
              <a:t>. IEEE, 43–56. </a:t>
            </a:r>
            <a:r>
              <a:rPr lang="en-US" sz="1600" dirty="0">
                <a:hlinkClick r:id="rId7"/>
              </a:rPr>
              <a:t>https://doi.org/10.1109/ISCA52012.2021.00013</a:t>
            </a:r>
            <a:endParaRPr lang="en-US" sz="1600" dirty="0"/>
          </a:p>
        </p:txBody>
      </p:sp>
    </p:spTree>
    <p:extLst>
      <p:ext uri="{BB962C8B-B14F-4D97-AF65-F5344CB8AC3E}">
        <p14:creationId xmlns:p14="http://schemas.microsoft.com/office/powerpoint/2010/main" val="37101461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3D525-8E17-BE3F-DF8A-0B5DD8737D7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58D1DAF-35E0-B63E-2145-B552B9B491DE}"/>
              </a:ext>
            </a:extLst>
          </p:cNvPr>
          <p:cNvSpPr>
            <a:spLocks noGrp="1"/>
          </p:cNvSpPr>
          <p:nvPr>
            <p:ph type="title"/>
          </p:nvPr>
        </p:nvSpPr>
        <p:spPr/>
        <p:txBody>
          <a:bodyPr>
            <a:normAutofit fontScale="90000"/>
          </a:bodyPr>
          <a:lstStyle/>
          <a:p>
            <a:r>
              <a:rPr lang="en-US" dirty="0"/>
              <a:t>References</a:t>
            </a:r>
          </a:p>
        </p:txBody>
      </p:sp>
      <p:sp>
        <p:nvSpPr>
          <p:cNvPr id="6" name="TextBox 5">
            <a:extLst>
              <a:ext uri="{FF2B5EF4-FFF2-40B4-BE49-F238E27FC236}">
                <a16:creationId xmlns:a16="http://schemas.microsoft.com/office/drawing/2014/main" id="{AE4790DE-2E16-872B-6C96-6A4BB14C3BBD}"/>
              </a:ext>
            </a:extLst>
          </p:cNvPr>
          <p:cNvSpPr txBox="1"/>
          <p:nvPr/>
        </p:nvSpPr>
        <p:spPr>
          <a:xfrm>
            <a:off x="468086" y="1166842"/>
            <a:ext cx="11131215" cy="4524315"/>
          </a:xfrm>
          <a:prstGeom prst="rect">
            <a:avLst/>
          </a:prstGeom>
          <a:noFill/>
        </p:spPr>
        <p:txBody>
          <a:bodyPr wrap="square" rtlCol="0">
            <a:spAutoFit/>
          </a:bodyPr>
          <a:lstStyle/>
          <a:p>
            <a:r>
              <a:rPr lang="en-US" sz="1600" dirty="0"/>
              <a:t>[7] </a:t>
            </a:r>
            <a:r>
              <a:rPr lang="en-US" sz="1600" dirty="0" err="1"/>
              <a:t>vLLM</a:t>
            </a:r>
            <a:r>
              <a:rPr lang="en-US" sz="1600" dirty="0"/>
              <a:t> Project. 2023. </a:t>
            </a:r>
            <a:r>
              <a:rPr lang="en-US" sz="1600" dirty="0" err="1"/>
              <a:t>vLLM</a:t>
            </a:r>
            <a:r>
              <a:rPr lang="en-US" sz="1600" dirty="0"/>
              <a:t> (source code). </a:t>
            </a:r>
            <a:r>
              <a:rPr lang="en-US" sz="1600" dirty="0">
                <a:hlinkClick r:id="rId2"/>
              </a:rPr>
              <a:t>https://github.com/vllm-project/vllm</a:t>
            </a:r>
            <a:endParaRPr lang="en-US" sz="1600" dirty="0"/>
          </a:p>
          <a:p>
            <a:endParaRPr lang="en-US" sz="1600" dirty="0"/>
          </a:p>
          <a:p>
            <a:r>
              <a:rPr lang="en-US" sz="1600" dirty="0"/>
              <a:t>[8] </a:t>
            </a:r>
            <a:r>
              <a:rPr lang="en-US" sz="1600" dirty="0" err="1"/>
              <a:t>Woosuk</a:t>
            </a:r>
            <a:r>
              <a:rPr lang="en-US" sz="1600" dirty="0"/>
              <a:t> Kwon, </a:t>
            </a:r>
            <a:r>
              <a:rPr lang="en-US" sz="1600" dirty="0" err="1"/>
              <a:t>Zhuohan</a:t>
            </a:r>
            <a:r>
              <a:rPr lang="en-US" sz="1600" dirty="0"/>
              <a:t> Li, Siyuan Zhuang, Ying Sheng, </a:t>
            </a:r>
            <a:r>
              <a:rPr lang="en-US" sz="1600" dirty="0" err="1"/>
              <a:t>Lianmin</a:t>
            </a:r>
            <a:r>
              <a:rPr lang="en-US" sz="1600" dirty="0"/>
              <a:t> Zheng, Cody Hao Yu, Joseph E. Gonzalez, Hao Zhang, and Ion Stoica. 2023. Efficient Memory Management for Large Language Model Serving with </a:t>
            </a:r>
            <a:r>
              <a:rPr lang="en-US" sz="1600" dirty="0" err="1"/>
              <a:t>PagedAttention</a:t>
            </a:r>
            <a:r>
              <a:rPr lang="en-US" sz="1600" dirty="0"/>
              <a:t>. </a:t>
            </a:r>
            <a:r>
              <a:rPr lang="en-US" sz="1600" dirty="0">
                <a:hlinkClick r:id="rId3"/>
              </a:rPr>
              <a:t>https://arxiv.org/pdf/2309.06180</a:t>
            </a:r>
            <a:endParaRPr lang="en-US" sz="1600" dirty="0"/>
          </a:p>
          <a:p>
            <a:endParaRPr lang="en-US" sz="1600" dirty="0"/>
          </a:p>
          <a:p>
            <a:r>
              <a:rPr lang="en-US" sz="1600" dirty="0"/>
              <a:t>[9] </a:t>
            </a:r>
            <a:r>
              <a:rPr lang="en-US" sz="1600" dirty="0" err="1"/>
              <a:t>Guseul</a:t>
            </a:r>
            <a:r>
              <a:rPr lang="en-US" sz="1600" dirty="0"/>
              <a:t> Heo, </a:t>
            </a:r>
            <a:r>
              <a:rPr lang="en-US" sz="1600" dirty="0" err="1"/>
              <a:t>Sangyeop</a:t>
            </a:r>
            <a:r>
              <a:rPr lang="en-US" sz="1600" dirty="0"/>
              <a:t> Lee, </a:t>
            </a:r>
            <a:r>
              <a:rPr lang="en-US" sz="1600" dirty="0" err="1"/>
              <a:t>Jaehong</a:t>
            </a:r>
            <a:r>
              <a:rPr lang="en-US" sz="1600" dirty="0"/>
              <a:t> Cho, Hyunmin Choi, </a:t>
            </a:r>
            <a:r>
              <a:rPr lang="en-US" sz="1600" dirty="0" err="1"/>
              <a:t>Sanghyeon</a:t>
            </a:r>
            <a:r>
              <a:rPr lang="en-US" sz="1600" dirty="0"/>
              <a:t> Lee, </a:t>
            </a:r>
            <a:r>
              <a:rPr lang="en-US" sz="1600" dirty="0" err="1"/>
              <a:t>Hyungkyu</a:t>
            </a:r>
            <a:r>
              <a:rPr lang="en-US" sz="1600" dirty="0"/>
              <a:t> Ham, </a:t>
            </a:r>
            <a:r>
              <a:rPr lang="en-US" sz="1600" dirty="0" err="1"/>
              <a:t>Gwangsun</a:t>
            </a:r>
            <a:r>
              <a:rPr lang="en-US" sz="1600" dirty="0"/>
              <a:t> Kim, Divya Mahajan, and </a:t>
            </a:r>
            <a:r>
              <a:rPr lang="en-US" sz="1600" dirty="0" err="1"/>
              <a:t>Jongse</a:t>
            </a:r>
            <a:r>
              <a:rPr lang="en-US" sz="1600" dirty="0"/>
              <a:t> Park. 2024. </a:t>
            </a:r>
            <a:r>
              <a:rPr lang="en-US" sz="1600" dirty="0" err="1"/>
              <a:t>NeuPIMs</a:t>
            </a:r>
            <a:r>
              <a:rPr lang="en-US" sz="1600" dirty="0"/>
              <a:t>: NPU-PIM Heterogeneous Acceleration for Batched LLM Inferencing. In ASPLOS '24, Vol. 3. ACM, 722–737. </a:t>
            </a:r>
            <a:r>
              <a:rPr lang="en-US" sz="1600" dirty="0">
                <a:hlinkClick r:id="rId4"/>
              </a:rPr>
              <a:t>https://doi.org/10.1145/3620666.3651380</a:t>
            </a:r>
            <a:endParaRPr lang="en-US" sz="1600" dirty="0"/>
          </a:p>
          <a:p>
            <a:endParaRPr lang="en-US" sz="1600" dirty="0"/>
          </a:p>
          <a:p>
            <a:r>
              <a:rPr lang="en-US" sz="1600" dirty="0"/>
              <a:t>[10] CASYS Lab, KAIST. 2024. </a:t>
            </a:r>
            <a:r>
              <a:rPr lang="en-US" sz="1600" dirty="0" err="1"/>
              <a:t>NeuPIMs</a:t>
            </a:r>
            <a:r>
              <a:rPr lang="en-US" sz="1600" dirty="0"/>
              <a:t> Simulator (source code). </a:t>
            </a:r>
            <a:r>
              <a:rPr lang="en-US" sz="1600" dirty="0">
                <a:hlinkClick r:id="rId5"/>
              </a:rPr>
              <a:t>https://github.com/casys-kaist/NeuPIMs</a:t>
            </a:r>
            <a:endParaRPr lang="en-US" sz="1600" dirty="0"/>
          </a:p>
          <a:p>
            <a:endParaRPr lang="en-US" sz="1600" dirty="0"/>
          </a:p>
          <a:p>
            <a:r>
              <a:rPr lang="en-US" sz="1600" dirty="0"/>
              <a:t>[11] </a:t>
            </a:r>
            <a:r>
              <a:rPr lang="en-US" sz="1600" dirty="0" err="1"/>
              <a:t>Hyucksung</a:t>
            </a:r>
            <a:r>
              <a:rPr lang="en-US" sz="1600" dirty="0"/>
              <a:t> Kwon, </a:t>
            </a:r>
            <a:r>
              <a:rPr lang="en-US" sz="1600" dirty="0" err="1"/>
              <a:t>Kyungmo</a:t>
            </a:r>
            <a:r>
              <a:rPr lang="en-US" sz="1600" dirty="0"/>
              <a:t> Koo, </a:t>
            </a:r>
            <a:r>
              <a:rPr lang="en-US" sz="1600" dirty="0" err="1"/>
              <a:t>Janghyeon</a:t>
            </a:r>
            <a:r>
              <a:rPr lang="en-US" sz="1600" dirty="0"/>
              <a:t> Kim, et al. 2024. </a:t>
            </a:r>
            <a:r>
              <a:rPr lang="en-US" sz="1600" dirty="0" err="1"/>
              <a:t>PIMphony</a:t>
            </a:r>
            <a:r>
              <a:rPr lang="en-US" sz="1600" dirty="0"/>
              <a:t>: Overcoming Bandwidth and Capacity Inefficiency in PIM-based Long-Context LLM Inference System. </a:t>
            </a:r>
            <a:r>
              <a:rPr lang="en-US" sz="1600" dirty="0">
                <a:hlinkClick r:id="rId6"/>
              </a:rPr>
              <a:t>https://arxiv.org/abs/2412.20166</a:t>
            </a:r>
            <a:endParaRPr lang="en-US" sz="1600" dirty="0"/>
          </a:p>
          <a:p>
            <a:endParaRPr lang="en-US" sz="1600" dirty="0"/>
          </a:p>
          <a:p>
            <a:r>
              <a:rPr lang="en-US" sz="1600" dirty="0"/>
              <a:t>[12] Qingyuan Liu, Liyan Chen, </a:t>
            </a:r>
            <a:r>
              <a:rPr lang="en-US" sz="1600" dirty="0" err="1"/>
              <a:t>Yanning</a:t>
            </a:r>
            <a:r>
              <a:rPr lang="en-US" sz="1600" dirty="0"/>
              <a:t> Yang, </a:t>
            </a:r>
            <a:r>
              <a:rPr lang="en-US" sz="1600" dirty="0" err="1"/>
              <a:t>Haocheng</a:t>
            </a:r>
            <a:r>
              <a:rPr lang="en-US" sz="1600" dirty="0"/>
              <a:t> Wang, Dong Du, Zhigang Mao, </a:t>
            </a:r>
            <a:r>
              <a:rPr lang="en-US" sz="1600" dirty="0" err="1"/>
              <a:t>Naifeng</a:t>
            </a:r>
            <a:r>
              <a:rPr lang="en-US" sz="1600" dirty="0"/>
              <a:t> Jing, Yubin Xia, and </a:t>
            </a:r>
            <a:r>
              <a:rPr lang="en-US" sz="1600" dirty="0" err="1"/>
              <a:t>Haibo</a:t>
            </a:r>
            <a:r>
              <a:rPr lang="en-US" sz="1600" dirty="0"/>
              <a:t> Chen. 2025. L3: DIMM-PIM Integrated Architecture and Coordination for Scalable Long-Context LLM Inference </a:t>
            </a:r>
            <a:r>
              <a:rPr lang="en-US" sz="1600" dirty="0">
                <a:hlinkClick r:id="rId7"/>
              </a:rPr>
              <a:t>https://arxiv.org/abs/2504.17584</a:t>
            </a:r>
            <a:endParaRPr lang="en-US" sz="1600" dirty="0"/>
          </a:p>
        </p:txBody>
      </p:sp>
    </p:spTree>
    <p:extLst>
      <p:ext uri="{BB962C8B-B14F-4D97-AF65-F5344CB8AC3E}">
        <p14:creationId xmlns:p14="http://schemas.microsoft.com/office/powerpoint/2010/main" val="3624988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E5B11-2421-4DBA-2970-FC0FD3BADB0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8EEC680-FBE6-6061-2233-F8B989CCDAD9}"/>
              </a:ext>
            </a:extLst>
          </p:cNvPr>
          <p:cNvSpPr>
            <a:spLocks noGrp="1"/>
          </p:cNvSpPr>
          <p:nvPr>
            <p:ph type="title"/>
          </p:nvPr>
        </p:nvSpPr>
        <p:spPr/>
        <p:txBody>
          <a:bodyPr>
            <a:normAutofit fontScale="90000"/>
          </a:bodyPr>
          <a:lstStyle/>
          <a:p>
            <a:r>
              <a:rPr lang="en-US" dirty="0"/>
              <a:t>References</a:t>
            </a:r>
          </a:p>
        </p:txBody>
      </p:sp>
      <p:sp>
        <p:nvSpPr>
          <p:cNvPr id="6" name="TextBox 5">
            <a:extLst>
              <a:ext uri="{FF2B5EF4-FFF2-40B4-BE49-F238E27FC236}">
                <a16:creationId xmlns:a16="http://schemas.microsoft.com/office/drawing/2014/main" id="{4E28AF2B-E48D-ECAF-1861-C803891C2B69}"/>
              </a:ext>
            </a:extLst>
          </p:cNvPr>
          <p:cNvSpPr txBox="1"/>
          <p:nvPr/>
        </p:nvSpPr>
        <p:spPr>
          <a:xfrm>
            <a:off x="468086" y="1214151"/>
            <a:ext cx="11131215" cy="2862322"/>
          </a:xfrm>
          <a:prstGeom prst="rect">
            <a:avLst/>
          </a:prstGeom>
          <a:noFill/>
        </p:spPr>
        <p:txBody>
          <a:bodyPr wrap="square" rtlCol="0">
            <a:spAutoFit/>
          </a:bodyPr>
          <a:lstStyle/>
          <a:p>
            <a:r>
              <a:rPr lang="en-US" sz="1600" dirty="0"/>
              <a:t>[13] Zehao Fan, Garrett Gagnon, Zhenyu Liu, and Liu Liu. 2025. Sparse Attention Remapping with Clustering for Efficient LLM Decoding on PIM. </a:t>
            </a:r>
            <a:r>
              <a:rPr lang="en-US" sz="1600" dirty="0">
                <a:hlinkClick r:id="rId2"/>
              </a:rPr>
              <a:t>https://arxiv.org/abs/2505.05772</a:t>
            </a:r>
            <a:endParaRPr lang="en-US" sz="1600" dirty="0"/>
          </a:p>
          <a:p>
            <a:endParaRPr lang="en-US" sz="1600" dirty="0"/>
          </a:p>
          <a:p>
            <a:r>
              <a:rPr lang="en-US" sz="1600" dirty="0"/>
              <a:t>[14] </a:t>
            </a:r>
            <a:r>
              <a:rPr lang="en-US" sz="1600" dirty="0" err="1"/>
              <a:t>Zhichun</a:t>
            </a:r>
            <a:r>
              <a:rPr lang="en-US" sz="1600" dirty="0"/>
              <a:t> Li, Jun Zhou, </a:t>
            </a:r>
            <a:r>
              <a:rPr lang="en-US" sz="1600" dirty="0" err="1"/>
              <a:t>Xueqi</a:t>
            </a:r>
            <a:r>
              <a:rPr lang="en-US" sz="1600" dirty="0"/>
              <a:t> Li, and </a:t>
            </a:r>
            <a:r>
              <a:rPr lang="en-US" sz="1600" dirty="0" err="1"/>
              <a:t>Ninghui</a:t>
            </a:r>
            <a:r>
              <a:rPr lang="en-US" sz="1600" dirty="0"/>
              <a:t> Sun. 2025. </a:t>
            </a:r>
            <a:r>
              <a:rPr lang="en-US" sz="1600" dirty="0" err="1"/>
              <a:t>BlockPIM</a:t>
            </a:r>
            <a:r>
              <a:rPr lang="en-US" sz="1600" dirty="0"/>
              <a:t>: Optimizing Memory Management for PIM-enabled Long-Context LLM Inference. In </a:t>
            </a:r>
            <a:r>
              <a:rPr lang="en-US" sz="1600" i="1" dirty="0"/>
              <a:t>DAC '25</a:t>
            </a:r>
            <a:r>
              <a:rPr lang="en-US" sz="1600" dirty="0"/>
              <a:t>. IEEE, 1–7. </a:t>
            </a:r>
            <a:r>
              <a:rPr lang="en-US" sz="1600" dirty="0">
                <a:hlinkClick r:id="rId3"/>
              </a:rPr>
              <a:t>https://doi.org/10.1109/dac63849.2025.11133193</a:t>
            </a:r>
            <a:endParaRPr lang="en-US" sz="1600" dirty="0"/>
          </a:p>
          <a:p>
            <a:endParaRPr lang="en-US" sz="1600" dirty="0"/>
          </a:p>
          <a:p>
            <a:r>
              <a:rPr lang="en-US" sz="1600" dirty="0"/>
              <a:t>[15] Corey Lammie, Hadjer </a:t>
            </a:r>
            <a:r>
              <a:rPr lang="en-US" sz="1600" dirty="0" err="1"/>
              <a:t>Benmeziane</a:t>
            </a:r>
            <a:r>
              <a:rPr lang="en-US" sz="1600" dirty="0"/>
              <a:t>, William Andrew Simon, and Irem </a:t>
            </a:r>
            <a:r>
              <a:rPr lang="en-US" sz="1600" dirty="0" err="1"/>
              <a:t>Boybat</a:t>
            </a:r>
            <a:r>
              <a:rPr lang="en-US" sz="1600" dirty="0"/>
              <a:t>. 2026. On Design Principles for Efficient Heterogeneous DRAM-PIM-GPU Systems. </a:t>
            </a:r>
            <a:r>
              <a:rPr lang="en-US" sz="1600" dirty="0">
                <a:hlinkClick r:id="rId4"/>
              </a:rPr>
              <a:t>https://arxiv.org/abs/2608.04169</a:t>
            </a:r>
            <a:endParaRPr lang="en-US" sz="1600" dirty="0"/>
          </a:p>
          <a:p>
            <a:endParaRPr lang="en-US" sz="1600" dirty="0"/>
          </a:p>
          <a:p>
            <a:r>
              <a:rPr lang="en-US" sz="1600" dirty="0"/>
              <a:t>[18] </a:t>
            </a:r>
            <a:r>
              <a:rPr lang="en-US" sz="1600" dirty="0" err="1"/>
              <a:t>Hangyeol</a:t>
            </a:r>
            <a:r>
              <a:rPr lang="en-US" sz="1600" dirty="0"/>
              <a:t> Kim, </a:t>
            </a:r>
            <a:r>
              <a:rPr lang="en-US" sz="1600" dirty="0" err="1"/>
              <a:t>Sanghyun</a:t>
            </a:r>
            <a:r>
              <a:rPr lang="en-US" sz="1600" dirty="0"/>
              <a:t> Lee, </a:t>
            </a:r>
            <a:r>
              <a:rPr lang="en-US" sz="1600" dirty="0" err="1"/>
              <a:t>Teokkyu</a:t>
            </a:r>
            <a:r>
              <a:rPr lang="en-US" sz="1600" dirty="0"/>
              <a:t> Suh, and Joo-Young Kim. 2026. PATTON: Enabling Commodity PIM for Production LLM Serving. </a:t>
            </a:r>
            <a:r>
              <a:rPr lang="en-US" sz="1600" dirty="0">
                <a:hlinkClick r:id="rId5"/>
              </a:rPr>
              <a:t>https://arxiv.org/abs/2609.11392</a:t>
            </a:r>
            <a:endParaRPr lang="en-US" sz="1600" dirty="0"/>
          </a:p>
        </p:txBody>
      </p:sp>
    </p:spTree>
    <p:extLst>
      <p:ext uri="{BB962C8B-B14F-4D97-AF65-F5344CB8AC3E}">
        <p14:creationId xmlns:p14="http://schemas.microsoft.com/office/powerpoint/2010/main" val="4873263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F54D12-E96B-D9B3-5E32-709C1BDC757A}"/>
              </a:ext>
            </a:extLst>
          </p:cNvPr>
          <p:cNvSpPr>
            <a:spLocks noGrp="1"/>
          </p:cNvSpPr>
          <p:nvPr>
            <p:ph type="title"/>
          </p:nvPr>
        </p:nvSpPr>
        <p:spPr>
          <a:xfrm>
            <a:off x="171203" y="155903"/>
            <a:ext cx="11266714" cy="589032"/>
          </a:xfrm>
        </p:spPr>
        <p:txBody>
          <a:bodyPr>
            <a:normAutofit fontScale="90000"/>
          </a:bodyPr>
          <a:lstStyle/>
          <a:p>
            <a:r>
              <a:rPr lang="en-US" dirty="0"/>
              <a:t>Equations</a:t>
            </a:r>
          </a:p>
        </p:txBody>
      </p:sp>
      <p:pic>
        <p:nvPicPr>
          <p:cNvPr id="6" name="Picture 5">
            <a:extLst>
              <a:ext uri="{FF2B5EF4-FFF2-40B4-BE49-F238E27FC236}">
                <a16:creationId xmlns:a16="http://schemas.microsoft.com/office/drawing/2014/main" id="{F6793C7D-3233-E9F8-29D0-167474004463}"/>
              </a:ext>
            </a:extLst>
          </p:cNvPr>
          <p:cNvPicPr>
            <a:picLocks noChangeAspect="1"/>
          </p:cNvPicPr>
          <p:nvPr/>
        </p:nvPicPr>
        <p:blipFill>
          <a:blip r:embed="rId2"/>
          <a:stretch>
            <a:fillRect/>
          </a:stretch>
        </p:blipFill>
        <p:spPr>
          <a:xfrm>
            <a:off x="393772" y="4909774"/>
            <a:ext cx="4654913" cy="1111016"/>
          </a:xfrm>
          <a:prstGeom prst="rect">
            <a:avLst/>
          </a:prstGeom>
        </p:spPr>
      </p:pic>
      <p:sp>
        <p:nvSpPr>
          <p:cNvPr id="8" name="TextBox 7">
            <a:extLst>
              <a:ext uri="{FF2B5EF4-FFF2-40B4-BE49-F238E27FC236}">
                <a16:creationId xmlns:a16="http://schemas.microsoft.com/office/drawing/2014/main" id="{B63BC85B-9951-3F3D-B046-38D6B226F75A}"/>
              </a:ext>
            </a:extLst>
          </p:cNvPr>
          <p:cNvSpPr txBox="1"/>
          <p:nvPr/>
        </p:nvSpPr>
        <p:spPr>
          <a:xfrm>
            <a:off x="509502" y="852326"/>
            <a:ext cx="4423455" cy="369332"/>
          </a:xfrm>
          <a:prstGeom prst="rect">
            <a:avLst/>
          </a:prstGeom>
          <a:noFill/>
        </p:spPr>
        <p:txBody>
          <a:bodyPr wrap="none" rtlCol="0">
            <a:spAutoFit/>
          </a:bodyPr>
          <a:lstStyle/>
          <a:p>
            <a:r>
              <a:rPr lang="en-US" dirty="0">
                <a:solidFill>
                  <a:srgbClr val="FF0000"/>
                </a:solidFill>
              </a:rPr>
              <a:t>Relations between row-hit rate &amp; bandwidth</a:t>
            </a:r>
          </a:p>
        </p:txBody>
      </p:sp>
      <p:sp>
        <p:nvSpPr>
          <p:cNvPr id="9" name="TextBox 8">
            <a:extLst>
              <a:ext uri="{FF2B5EF4-FFF2-40B4-BE49-F238E27FC236}">
                <a16:creationId xmlns:a16="http://schemas.microsoft.com/office/drawing/2014/main" id="{778B24AE-29AB-C28B-FBED-32D239F84B1D}"/>
              </a:ext>
            </a:extLst>
          </p:cNvPr>
          <p:cNvSpPr txBox="1"/>
          <p:nvPr/>
        </p:nvSpPr>
        <p:spPr>
          <a:xfrm>
            <a:off x="7782823" y="878174"/>
            <a:ext cx="2027543" cy="369332"/>
          </a:xfrm>
          <a:prstGeom prst="rect">
            <a:avLst/>
          </a:prstGeom>
          <a:noFill/>
        </p:spPr>
        <p:txBody>
          <a:bodyPr wrap="none" rtlCol="0">
            <a:spAutoFit/>
          </a:bodyPr>
          <a:lstStyle/>
          <a:p>
            <a:r>
              <a:rPr lang="en-US" dirty="0">
                <a:solidFill>
                  <a:srgbClr val="FF0000"/>
                </a:solidFill>
              </a:rPr>
              <a:t>Row-hit rate ceiling</a:t>
            </a:r>
          </a:p>
        </p:txBody>
      </p:sp>
      <p:sp>
        <p:nvSpPr>
          <p:cNvPr id="10" name="TextBox 9">
            <a:extLst>
              <a:ext uri="{FF2B5EF4-FFF2-40B4-BE49-F238E27FC236}">
                <a16:creationId xmlns:a16="http://schemas.microsoft.com/office/drawing/2014/main" id="{38B530C1-03E9-6250-B3F1-C030D73C1DB2}"/>
              </a:ext>
            </a:extLst>
          </p:cNvPr>
          <p:cNvSpPr txBox="1"/>
          <p:nvPr/>
        </p:nvSpPr>
        <p:spPr>
          <a:xfrm>
            <a:off x="1508580" y="4432493"/>
            <a:ext cx="3098349" cy="369332"/>
          </a:xfrm>
          <a:prstGeom prst="rect">
            <a:avLst/>
          </a:prstGeom>
          <a:noFill/>
        </p:spPr>
        <p:txBody>
          <a:bodyPr wrap="none" rtlCol="0">
            <a:spAutoFit/>
          </a:bodyPr>
          <a:lstStyle/>
          <a:p>
            <a:r>
              <a:rPr lang="en-US" dirty="0">
                <a:solidFill>
                  <a:srgbClr val="FF0000"/>
                </a:solidFill>
              </a:rPr>
              <a:t>Token &amp; block size calculation</a:t>
            </a:r>
          </a:p>
        </p:txBody>
      </p:sp>
      <p:pic>
        <p:nvPicPr>
          <p:cNvPr id="12" name="Picture 11">
            <a:extLst>
              <a:ext uri="{FF2B5EF4-FFF2-40B4-BE49-F238E27FC236}">
                <a16:creationId xmlns:a16="http://schemas.microsoft.com/office/drawing/2014/main" id="{DD565815-B1BF-745E-1035-E4E23E42A814}"/>
              </a:ext>
            </a:extLst>
          </p:cNvPr>
          <p:cNvPicPr>
            <a:picLocks noChangeAspect="1"/>
          </p:cNvPicPr>
          <p:nvPr/>
        </p:nvPicPr>
        <p:blipFill>
          <a:blip r:embed="rId3"/>
          <a:stretch>
            <a:fillRect/>
          </a:stretch>
        </p:blipFill>
        <p:spPr>
          <a:xfrm>
            <a:off x="5529277" y="1279567"/>
            <a:ext cx="6662723" cy="5039034"/>
          </a:xfrm>
          <a:prstGeom prst="rect">
            <a:avLst/>
          </a:prstGeom>
        </p:spPr>
      </p:pic>
      <p:pic>
        <p:nvPicPr>
          <p:cNvPr id="5" name="Content Placeholder 4">
            <a:extLst>
              <a:ext uri="{FF2B5EF4-FFF2-40B4-BE49-F238E27FC236}">
                <a16:creationId xmlns:a16="http://schemas.microsoft.com/office/drawing/2014/main" id="{3309A6B7-6EDE-2CAD-3085-AC03A4E68B4A}"/>
              </a:ext>
            </a:extLst>
          </p:cNvPr>
          <p:cNvPicPr>
            <a:picLocks noGrp="1" noChangeAspect="1"/>
          </p:cNvPicPr>
          <p:nvPr>
            <p:ph idx="14"/>
          </p:nvPr>
        </p:nvPicPr>
        <p:blipFill>
          <a:blip r:embed="rId4"/>
          <a:srcRect l="3063"/>
          <a:stretch>
            <a:fillRect/>
          </a:stretch>
        </p:blipFill>
        <p:spPr>
          <a:xfrm>
            <a:off x="126815" y="1250456"/>
            <a:ext cx="5677745" cy="3077038"/>
          </a:xfrm>
          <a:prstGeom prst="rect">
            <a:avLst/>
          </a:prstGeom>
        </p:spPr>
      </p:pic>
    </p:spTree>
    <p:extLst>
      <p:ext uri="{BB962C8B-B14F-4D97-AF65-F5344CB8AC3E}">
        <p14:creationId xmlns:p14="http://schemas.microsoft.com/office/powerpoint/2010/main" val="25857484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72CBA-026F-7E96-546F-23B8813A83DA}"/>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3555266232"/>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EFFFF"/>
      </a:lt1>
      <a:dk2>
        <a:srgbClr val="55585F"/>
      </a:dk2>
      <a:lt2>
        <a:srgbClr val="CECACB"/>
      </a:lt2>
      <a:accent1>
        <a:srgbClr val="CFB891"/>
      </a:accent1>
      <a:accent2>
        <a:srgbClr val="555960"/>
      </a:accent2>
      <a:accent3>
        <a:srgbClr val="8D6F3D"/>
      </a:accent3>
      <a:accent4>
        <a:srgbClr val="FFFFFF"/>
      </a:accent4>
      <a:accent5>
        <a:srgbClr val="DAAA00"/>
      </a:accent5>
      <a:accent6>
        <a:srgbClr val="9D9694"/>
      </a:accent6>
      <a:hlink>
        <a:srgbClr val="000000"/>
      </a:hlink>
      <a:folHlink>
        <a:srgbClr val="FEFFFF"/>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dk1">
            <a:shade val="50000"/>
          </a:schemeClr>
        </a:lnRef>
        <a:fillRef idx="1">
          <a:schemeClr val="dk1"/>
        </a:fillRef>
        <a:effectRef idx="0">
          <a:schemeClr val="dk1"/>
        </a:effectRef>
        <a:fontRef idx="minor">
          <a:schemeClr val="lt1"/>
        </a:fontRef>
      </a:style>
    </a:spDef>
  </a:objectDefaults>
  <a:extraClrSchemeLst/>
  <a:extLst>
    <a:ext uri="{05A4C25C-085E-4340-85A3-A5531E510DB2}">
      <thm15:themeFamily xmlns:thm15="http://schemas.microsoft.com/office/thememl/2012/main" name="MM-23-645083-Purdue-Brand-Widescreen-20231110" id="{298B892F-2C42-8C4D-9C11-1897040FA823}" vid="{5A4260A0-2808-CB46-AD80-314349B89CB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4E202481DC1CB46AA011D949D311478" ma:contentTypeVersion="14" ma:contentTypeDescription="Create a new document." ma:contentTypeScope="" ma:versionID="525164dac9297210c095a5bd80287f9a">
  <xsd:schema xmlns:xsd="http://www.w3.org/2001/XMLSchema" xmlns:xs="http://www.w3.org/2001/XMLSchema" xmlns:p="http://schemas.microsoft.com/office/2006/metadata/properties" xmlns:ns2="37af3f4b-4b66-46f9-8456-831d9bc3e737" xmlns:ns3="d6656b4d-3fa0-4709-acfb-d5e813445d1e" targetNamespace="http://schemas.microsoft.com/office/2006/metadata/properties" ma:root="true" ma:fieldsID="47e49e78aff16fc85174c3b1ac7b7e79" ns2:_="" ns3:_="">
    <xsd:import namespace="37af3f4b-4b66-46f9-8456-831d9bc3e737"/>
    <xsd:import namespace="d6656b4d-3fa0-4709-acfb-d5e813445d1e"/>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GenerationTime" minOccurs="0"/>
                <xsd:element ref="ns2:MediaServiceEventHashCode" minOccurs="0"/>
                <xsd:element ref="ns2:MediaServiceDateTaken" minOccurs="0"/>
                <xsd:element ref="ns2:MediaServiceOCR" minOccurs="0"/>
                <xsd:element ref="ns3:SharedWithUsers" minOccurs="0"/>
                <xsd:element ref="ns3:SharedWithDetails" minOccurs="0"/>
                <xsd:element ref="ns2:MediaServiceLocation" minOccurs="0"/>
                <xsd:element ref="ns2:MediaLengthInSecond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af3f4b-4b66-46f9-8456-831d9bc3e73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8e9e90a8-b24c-4be7-8760-a88b2cd47eb1"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6656b4d-3fa0-4709-acfb-d5e813445d1e"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4ebcf308-42de-4d63-b51a-b2360cc04078}" ma:internalName="TaxCatchAll" ma:showField="CatchAllData" ma:web="d6656b4d-3fa0-4709-acfb-d5e813445d1e">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d6656b4d-3fa0-4709-acfb-d5e813445d1e">
      <UserInfo>
        <DisplayName>Schott, Thomas H.</DisplayName>
        <AccountId>17</AccountId>
        <AccountType/>
      </UserInfo>
      <UserInfo>
        <DisplayName>Sarault, Olivia M</DisplayName>
        <AccountId>29</AccountId>
        <AccountType/>
      </UserInfo>
      <UserInfo>
        <DisplayName>Hiller, Kelly R</DisplayName>
        <AccountId>98</AccountId>
        <AccountType/>
      </UserInfo>
      <UserInfo>
        <DisplayName>Eddy, Abigail Ellen</DisplayName>
        <AccountId>46</AccountId>
        <AccountType/>
      </UserInfo>
      <UserInfo>
        <DisplayName>Gu, Yu Rain</DisplayName>
        <AccountId>77</AccountId>
        <AccountType/>
      </UserInfo>
      <UserInfo>
        <DisplayName>Reese, Kristy S</DisplayName>
        <AccountId>26</AccountId>
        <AccountType/>
      </UserInfo>
    </SharedWithUsers>
    <lcf76f155ced4ddcb4097134ff3c332f xmlns="37af3f4b-4b66-46f9-8456-831d9bc3e737">
      <Terms xmlns="http://schemas.microsoft.com/office/infopath/2007/PartnerControls"/>
    </lcf76f155ced4ddcb4097134ff3c332f>
    <TaxCatchAll xmlns="d6656b4d-3fa0-4709-acfb-d5e813445d1e" xsi:nil="true"/>
  </documentManagement>
</p:properties>
</file>

<file path=customXml/itemProps1.xml><?xml version="1.0" encoding="utf-8"?>
<ds:datastoreItem xmlns:ds="http://schemas.openxmlformats.org/officeDocument/2006/customXml" ds:itemID="{427F8518-0786-4241-9955-5A8DAADF5A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af3f4b-4b66-46f9-8456-831d9bc3e737"/>
    <ds:schemaRef ds:uri="d6656b4d-3fa0-4709-acfb-d5e813445d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5B64EEB-1B4A-4920-AA44-E234D7D487D1}">
  <ds:schemaRefs>
    <ds:schemaRef ds:uri="http://schemas.microsoft.com/sharepoint/v3/contenttype/forms"/>
  </ds:schemaRefs>
</ds:datastoreItem>
</file>

<file path=customXml/itemProps3.xml><?xml version="1.0" encoding="utf-8"?>
<ds:datastoreItem xmlns:ds="http://schemas.openxmlformats.org/officeDocument/2006/customXml" ds:itemID="{21DE0D6C-581B-4814-98E7-EF172D5D46A1}">
  <ds:schemaRefs>
    <ds:schemaRef ds:uri="http://purl.org/dc/dcmitype/"/>
    <ds:schemaRef ds:uri="http://purl.org/dc/elements/1.1/"/>
    <ds:schemaRef ds:uri="http://purl.org/dc/terms/"/>
    <ds:schemaRef ds:uri="http://schemas.openxmlformats.org/package/2006/metadata/core-properties"/>
    <ds:schemaRef ds:uri="http://www.w3.org/XML/1998/namespace"/>
    <ds:schemaRef ds:uri="http://schemas.microsoft.com/office/2006/documentManagement/types"/>
    <ds:schemaRef ds:uri="http://schemas.microsoft.com/office/infopath/2007/PartnerControls"/>
    <ds:schemaRef ds:uri="d6656b4d-3fa0-4709-acfb-d5e813445d1e"/>
    <ds:schemaRef ds:uri="37af3f4b-4b66-46f9-8456-831d9bc3e737"/>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Office Theme</Template>
  <TotalTime>3000</TotalTime>
  <Words>2558</Words>
  <Application>Microsoft Macintosh PowerPoint</Application>
  <PresentationFormat>Widescreen</PresentationFormat>
  <Paragraphs>190</Paragraphs>
  <Slides>22</Slides>
  <Notes>1</Notes>
  <HiddenSlides>4</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Franklin Gothic Medium</vt:lpstr>
      <vt:lpstr>Acumin Pro Condensed Semibold</vt:lpstr>
      <vt:lpstr>Arial</vt:lpstr>
      <vt:lpstr>Acumin Pro Medium</vt:lpstr>
      <vt:lpstr>Calibri</vt:lpstr>
      <vt:lpstr>Acumin Pro</vt:lpstr>
      <vt:lpstr>Franklin Gothic Medium Cond</vt:lpstr>
      <vt:lpstr>Acumin Pro Semibold</vt:lpstr>
      <vt:lpstr>Franklin Gothic Book</vt:lpstr>
      <vt:lpstr>Wingdings</vt:lpstr>
      <vt:lpstr>Office Theme</vt:lpstr>
      <vt:lpstr>KV-PIMple</vt:lpstr>
      <vt:lpstr>Background:</vt:lpstr>
      <vt:lpstr>Background:</vt:lpstr>
      <vt:lpstr>Background:</vt:lpstr>
      <vt:lpstr>NeuPIMs</vt:lpstr>
      <vt:lpstr>KV-PIMple: PIM-aware KV-cache Allocation</vt:lpstr>
      <vt:lpstr>KV-PIMple: PIM-aware KV-cache Allocation</vt:lpstr>
      <vt:lpstr>KV-PIMple: PIM-aware KV-cache Allocation</vt:lpstr>
      <vt:lpstr>KV-PIMple: PIM-aware KV-cache Allocation</vt:lpstr>
      <vt:lpstr>KV-PIMple: PIM-aware KV-cache Allocation</vt:lpstr>
      <vt:lpstr>KV-PIMple: PIM-aware KV-cache Allocation</vt:lpstr>
      <vt:lpstr>KV-PIMple: PIM-aware KV-cache Allocation</vt:lpstr>
      <vt:lpstr>KV-PIMple: PIM-aware KV-cache Allocation</vt:lpstr>
      <vt:lpstr>KV-PIMple: PIM-aware KV-cache Allocation</vt:lpstr>
      <vt:lpstr>KV-PIMple: PIM-aware KV-cache Allocation</vt:lpstr>
      <vt:lpstr>KV-PIMple: PIM-aware KV-cache Allocation</vt:lpstr>
      <vt:lpstr>KV-PIMple: PIM-aware KV-cache Allocation</vt:lpstr>
      <vt:lpstr>References</vt:lpstr>
      <vt:lpstr>References</vt:lpstr>
      <vt:lpstr>References</vt:lpstr>
      <vt:lpstr>Equations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Nguyen Tuan Kiet Vu</dc:creator>
  <cp:lastModifiedBy>Nguyen Tuan Kiet Vu</cp:lastModifiedBy>
  <cp:revision>41</cp:revision>
  <cp:lastPrinted>2026-09-16T14:36:53Z</cp:lastPrinted>
  <dcterms:created xsi:type="dcterms:W3CDTF">2026-09-12T00:41:56Z</dcterms:created>
  <dcterms:modified xsi:type="dcterms:W3CDTF">2026-09-24T14:44:27Z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2023-02-20T19:00:53Z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b33bf962-ed92-4dd9-bc75-9825fb79b2e3</vt:lpwstr>
  </property>
  <property fmtid="{D5CDD505-2E9C-101B-9397-08002B2CF9AE}" pid="8" name="MSIP_Label_4044bd30-2ed7-4c9d-9d12-46200872a97b_ContentBits">
    <vt:lpwstr>0</vt:lpwstr>
  </property>
  <property fmtid="{D5CDD505-2E9C-101B-9397-08002B2CF9AE}" pid="9" name="ContentTypeId">
    <vt:lpwstr>0x01010054E202481DC1CB46AA011D949D311478</vt:lpwstr>
  </property>
  <property fmtid="{D5CDD505-2E9C-101B-9397-08002B2CF9AE}" pid="10" name="MediaServiceImageTags">
    <vt:lpwstr/>
  </property>
</Properties>
</file>